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02bc2b7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02bc2b7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02bc2b72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02bc2b72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02bc2b72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02bc2b72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02bc2b72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02bc2b72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02bc2b72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02bc2b72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02bc2b72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02bc2b72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02bc2b72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02bc2b72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2bc2b72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02bc2b72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02bc2b72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02bc2b72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02bc2b7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02bc2b722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02bc2b72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02bc2b72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02bc2b722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02bc2b722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02bc2b72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02bc2b72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02bc2b722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02bc2b722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Düşünmek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Düşünmek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Sosyolojik düşünmek nedir ve onu diğer düşünme biçimlerinden ayırt eden özellikler nelerdir? 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Bauman ve May’e göre sosyoloji kendine özgü soruları ve yaklaşım biçimleri olan bilimsel bir disiplindir.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İşte bu sorular ve yaklaşım biçimleri sosyolojiyi diğer disiplinlerden farklılaştırır.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Düşünmek (II)</a:t>
            </a: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tr" sz="3000">
                <a:solidFill>
                  <a:schemeClr val="dk1"/>
                </a:solidFill>
              </a:rPr>
              <a:t>Önceden de belirttiğim gibi, sosyoloji 19. yüzyılda yeni (modern) toplumsal düzeni ve getirdiği değişimleri incelemek üzere ortaya çıkmıştır.</a:t>
            </a:r>
            <a:endParaRPr sz="3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Sosyal Bilimleri Birbirinden ne Ayırır? (I)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tr" sz="2500">
                <a:solidFill>
                  <a:schemeClr val="dk1"/>
                </a:solidFill>
              </a:rPr>
              <a:t>Tarih, Antropoloji, Sosyoloji, Siyaset Bilimi hepsi beşeri (insanla ilgili) ve toplumsal dünyayla ilgilidir, yani insanların kendi aralarında ve sosyal çevreleriyle girdikleri etkileşimleri inceler. 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tr" sz="2500">
                <a:solidFill>
                  <a:schemeClr val="dk1"/>
                </a:solidFill>
              </a:rPr>
              <a:t>O halde bu disiplinleri birbirinden ne ayırır? Diyelim sosyolojiyi siyaset biliminden, siyaset bilimini ekonomiden ne ayırır?</a:t>
            </a: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tr"/>
              <a:t>Sosyal Bilimleri Birbirinden ne Ayırır? (II)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Sosyal bilimleri birbirinden farklılaştıran yönleri bulmak için iki farklı yaklaşım biçimi öne sürülebilir.</a:t>
            </a: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tr">
                <a:solidFill>
                  <a:schemeClr val="dk1"/>
                </a:solidFill>
              </a:rPr>
              <a:t>Disiplinler arasındaki farklılıklar yalnızca sorguladıkları dünyadaki ayrımları yansıtmaktadır. ( Buna göre, siyaset bilimi devleti ve hükümet kurumlarını, ekonomi piyasa ilişkilerini, sosyoloji de bu ikisinin dışında kalan alanları inceler)</a:t>
            </a: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tr">
                <a:solidFill>
                  <a:schemeClr val="dk1"/>
                </a:solidFill>
              </a:rPr>
              <a:t>Kullandıkları araştırma yöntemleri ve araştırma sürecinde izledikleri yollar birbirinden farklıdır.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Bauman ve May’e göre iki yaklaşım biçimi de sorunludur ve gerçeği yansıtmamaktadır.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tr"/>
              <a:t>Sosyal Bilimleri Birbirinden ne Ayırır? (III)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Bauman ve May’e göre, insani etkileşimlerin belli kategorilere ayrılabileceği, bunların da net bir şekilde ayrılmış disiplinlerle temsil edildikleri fikrini taşıyoruz.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Buna göre, her sosyal bilimsel disiplin toplumsal dünyanın birbirinden net çizgilerle ayrılmış belli bölümlerini inceliyor.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Ancak bu yaklaşım onlara göre aslında gerçeği yansıtmıyor.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tr"/>
              <a:t>Sosyal Bilimleri Birbirinden ne Ayırır? (IV)</a:t>
            </a:r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“deneyimlerimizden yola çıkarak baktığımızda, toplumu ekonomiye,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coğrafyaya, politikaya, tarihe yahut sosyal politikalara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ayırabilir miyiz? Siyaset biliminin veya ekonominin ayırdığı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alanlarda ayrı yaşamlar sürdürmüyoruz. Ne kuzey yarımküreden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güneye geçerken sosyolojiden antropolojiye geçiyoruz ne de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yaşlandıkça tarihten sosyolojiye!” ( s. 15)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tr"/>
              <a:t>Sosyal Bilimleri Birbirinden ne Ayırır? (V)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İkinci yaklaşım biçimine gelirsek, kullanılan bilimsel araştırma yöntemleri açısından da sosyal bilimler arasında farklılık yoktur.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“Hepsi araştırma yöntemleriyle ilgili olguları derlemeye çalışırlar, bunların doğruluklarından emin olurlar ve ardından ilgili bilgiyi geçerli kılmak için bu olguları tekrar tekrar kontrol ederler.” (s.16)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Bütün sosyal bilimler, belli bir sistem dahilinde benzer prosedürleri izleyerek araştırmalarını ortaya koyarlar.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O halde, sosyal bilimleri kullandıkları yöntem ve izledikleri prosedür üzerinden farklılaştırmak da imkansızdır.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Sosyal Bilimleri Birbirinden ne Ayırır (VI)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Dolayısıyla, sosyal bilimleri birbirinden ayırt eden asıl şey, tek tek disiplinleri harekete geçiren soru ve bakış açılarında yatıyormuş gibidir.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Yani farklı disiplinlerin eylemleri gözlemlerken, keşfederken, betimlerken, kavrarken ve açıklarken kullandığı bakış açıları ve bunları çerçeveleyen sorular.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May ve Bauman, bu bakış açılarına genel olarak bilişsel (cognitive) perspektif adını verir.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Yani, bir şeyi incelerken kullanılan genel zihinsel çerçeveye bilişsel perspektif diyebiliriz.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tr"/>
              <a:t>Sosyal Bilimleri Birbirinden ne Ayırır (VII)</a:t>
            </a:r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Yani, sosyal bilimleri ayırt eden faktör, dış dünyadaki farklılıklar değil, o sosyal bilimlerin sordukları sorulardaki farklılıklardır.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Örn: Ekonomi, dış dünyada piyasa diye kendi başına işleyen bir sosyal gerçeklik olduğu için değil, insan eylemlerini ekonomik bir perspektifle, maliyet-kar ya da kıt kaynakların düzenlenmesi gibi sorular üzerinden incelediği için farklıdır.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Siyaset bilimi de, aynı şekilde, insan eylemlerini güç/otorite ve bunların ürettiği eşitsizlikler ya da etkileşimler üzerinden incelediği için diğer disiplinlerden farklıdır.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Önemli olan, sordukları farklı sorular ve sunulan farklı yaklaşım biçimleridir.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Sosyolojiyi ne Ayırt Eder?</a:t>
            </a:r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O zaman sosyolojiyi diğer bilimlerinden ayırt eden şey de, insan eylemlerini değerlendirirken ortaya koyduğu farklı sorular, yaklaşım biçimleri ve yorumlama ilkeleridir.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Buna göre, sosyoloji, bireyleri her zaman daha geniş bir tarihsel/toplumsal ilişkiler ağının parçası olarak ele alır.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“Sosyoloji esas olarak ilişkisel bir bakış açısıyla ilgilenir: Bu da bizden önce var olan bir toplum içinde doğmamız ve onun üyeleri olmamızdır. Bu ilişkiler içinde biçimleniriz ve deneyimlerimiz toplumsal yapıların etkisiyle, etrafımızdaki şeyleri görme biçimimiz kültürel referansların çerçevesiyle şekillenir.” ( s. 18)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Bauman ve May, bu ilişkiselliğe aynı zamanda “karşılıklı-bağımlılık” (inter-dependency) adını verirler.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 ve Sağduyu (I)</a:t>
            </a:r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tr" sz="2200">
                <a:solidFill>
                  <a:schemeClr val="dk1"/>
                </a:solidFill>
              </a:rPr>
              <a:t>Peki, sosyolojiyi doğa/fen bilimlerinden nasıl ayıracağız?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tr" sz="2200">
                <a:solidFill>
                  <a:schemeClr val="dk1"/>
                </a:solidFill>
              </a:rPr>
              <a:t>Bunun en temel yollarından biri, sosyoloji ve sağduyu ( common sense) arasındaki ilişkiye yakından bakmaktır.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tr" sz="2200">
                <a:solidFill>
                  <a:schemeClr val="dk1"/>
                </a:solidFill>
              </a:rPr>
              <a:t>Sağduyu: Günlük hayatımızı bir şekilde yönlendiren sistemsiz, alışkanlığa dayalı bilgiler bütünü.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tr" sz="2200">
                <a:solidFill>
                  <a:schemeClr val="dk1"/>
                </a:solidFill>
              </a:rPr>
              <a:t>Yani, sağduyu aslında toplumsal çevreyle ilişkimizi gündelik deneyimler çerçevesinde düzenleyen anlamlar dünyasını da içerir.</a:t>
            </a: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 ve Sağduyu (II)</a:t>
            </a:r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Doğa bilimlerinin sağduyuyla herhangi bir bağı yoktur.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İnsanların gündelik deneyimleri doğa bilimlerini ilgilendirmez.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Doğa bilimcileri, belli koşullar altında doğal fenomenleri gözler veya irdeler, onları deneylere tabi tutarlar ve buna göre belli bilimsel sonuçlara ulaşılır.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 ve Sağduyu (III)</a:t>
            </a:r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tr" sz="2000">
                <a:solidFill>
                  <a:schemeClr val="dk1"/>
                </a:solidFill>
              </a:rPr>
              <a:t>Sosyoloji ise böyle bir yönteme sahip değildir.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tr" sz="2000">
                <a:solidFill>
                  <a:schemeClr val="dk1"/>
                </a:solidFill>
              </a:rPr>
              <a:t>Sosyologların kendileri de toplumsal yapının parçasıdır, dolayısıyla sağduyudan tamamen kopamazlar, onu da hesaba katmak zorundadırlar.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tr" sz="2000">
                <a:solidFill>
                  <a:schemeClr val="dk1"/>
                </a:solidFill>
              </a:rPr>
              <a:t>Sonuç olarak sosyolojik olgular zaten anlamla yüklüdürler ve bundan ötürü zaten anlam verilmiş bir gerçeklik (sağduyu)  içinde ifade edilirler.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tr" sz="2000">
                <a:solidFill>
                  <a:schemeClr val="dk1"/>
                </a:solidFill>
              </a:rPr>
              <a:t>Sosyolojik yaklaşım, bu anlam dünyasını bir çırpıda aşamaz, zaten araştırdığı toplumsal gerçeklik bu sağduyuyla çoktan şekillenmiştir.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tr" sz="2000">
                <a:solidFill>
                  <a:schemeClr val="dk1"/>
                </a:solidFill>
              </a:rPr>
              <a:t>Kısacası, sosyolojik yaklaşım, bu sağduyuyu da hesaba katmak zorundadır.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Sağduyunun Ötesinde Sosyoloji (I)</a:t>
            </a:r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Sosyoloji, yine de sağduyudan farklı belli bir takım ilkelere ve yaklaşım biçimlerine bağlıdır.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tr">
                <a:solidFill>
                  <a:schemeClr val="dk1"/>
                </a:solidFill>
              </a:rPr>
              <a:t>Sağduyu gibi düzensiz ve sistematik olmayan bir bilgiler bütünü değil, bilimsel bir yaklaşım biçimidir ve sistemli belli prosedürleri izler.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tr">
                <a:solidFill>
                  <a:schemeClr val="dk1"/>
                </a:solidFill>
              </a:rPr>
              <a:t>Sağduyu, genellikle insanların sınırlı/dar yaşam deneyimleriyle koşullanmıştır, sosyoloji ise bu sınırların ötesinde daha geniş bir toplumsal/tarihsel ilişkiler ağını temel alır. ( C. Wright Mills’i hatırlayın!!)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tr">
                <a:solidFill>
                  <a:schemeClr val="dk1"/>
                </a:solidFill>
              </a:rPr>
              <a:t>Sağduyu, bu sınırlı yaşam deneyimlerinden beslendiği ölçüde, etrafımızdaki gerçekliği sadece bireylerin niyetlerinin sonucu olarak görür, halbuki sosyoloji niyetlerin ötesinde daha bütüncül bir yaklaşım biçimi önerir. ( C.Wright Mills’in biyografi-toplum-tarih ilişkisine tekrar bakın!)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PresentationFormat>Ekran Gösterisi (16:9)</PresentationFormat>
  <Paragraphs>66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Sosyolojik Düşünmek</vt:lpstr>
      <vt:lpstr>Sosyolojik Düşünmek</vt:lpstr>
      <vt:lpstr>Sosyolojik Düşünmek (II)</vt:lpstr>
      <vt:lpstr>Sosyal Bilimleri Birbirinden ne Ayırır? (I)</vt:lpstr>
      <vt:lpstr>Sosyal Bilimleri Birbirinden ne Ayırır? (II)</vt:lpstr>
      <vt:lpstr>Sosyal Bilimleri Birbirinden ne Ayırır? (III)</vt:lpstr>
      <vt:lpstr>Sosyal Bilimleri Birbirinden ne Ayırır? (IV)</vt:lpstr>
      <vt:lpstr>Sosyal Bilimleri Birbirinden ne Ayırır? (V)</vt:lpstr>
      <vt:lpstr>Sosyal Bilimleri Birbirinden ne Ayırır (VI)</vt:lpstr>
      <vt:lpstr>Sosyal Bilimleri Birbirinden ne Ayırır (VII)</vt:lpstr>
      <vt:lpstr>Sosyolojiyi ne Ayırt Eder?</vt:lpstr>
      <vt:lpstr>Sosyoloji ve Sağduyu (I)</vt:lpstr>
      <vt:lpstr>Sosyoloji ve Sağduyu (II)</vt:lpstr>
      <vt:lpstr>Sosyoloji ve Sağduyu (III)</vt:lpstr>
      <vt:lpstr>Sağduyunun Ötesinde Sosyoloji (I)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irem tascioglu</cp:lastModifiedBy>
  <cp:revision>1</cp:revision>
  <dcterms:modified xsi:type="dcterms:W3CDTF">2025-03-16T11:43:20Z</dcterms:modified>
</cp:coreProperties>
</file>