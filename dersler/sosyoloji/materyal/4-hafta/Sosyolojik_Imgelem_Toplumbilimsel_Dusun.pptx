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e4cdfa1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0e4cdfa1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e4cdfa1b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e4cdfa1b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e4cdfa1b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e4cdfa1b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e4cdfa1b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e4cdfa1b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e4cdfa1b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e4cdfa1b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e4cdfa1b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e4cdfa1b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e4cdfa1b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e4cdfa1b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e4cdfa1b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e4cdfa1b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e4cdfa1b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e4cdfa1b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e4cdfa1b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e4cdfa1b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1458" y="13897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(Toplumbilimsel Düşün)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nedir? 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tr" sz="1900">
                <a:solidFill>
                  <a:schemeClr val="dk1"/>
                </a:solidFill>
              </a:rPr>
              <a:t>Sosyolojik imgelem ya da tahayyül, sosyolojik düşünme biçimini diğer düşünme biçimlerinden ayıran genel özelliklerin bütünüdür.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tr" sz="1900">
                <a:solidFill>
                  <a:schemeClr val="dk1"/>
                </a:solidFill>
              </a:rPr>
              <a:t>“Toplumu ve bireyi birlikte ele almadıkça, ne bireyin hayatını, ne de toplumun tarihini anlayabiliriz.” ( s. 8)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tr" sz="1900">
                <a:solidFill>
                  <a:schemeClr val="dk1"/>
                </a:solidFill>
              </a:rPr>
              <a:t>Çağdaş insan, C.Wright Mills’e göre yaşanan büyük değişimler karşısında şaşkınlık ve güçsüzlük yaşamakta, bu dönüşümlere anlam vermekte zorlanmaktadır. (1958 Amerikası ve 2. Dünya Savaşı sonrası dönem)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tr" sz="1900">
                <a:solidFill>
                  <a:schemeClr val="dk1"/>
                </a:solidFill>
              </a:rPr>
              <a:t>Bu yaşanan değişimlere ancak birey ve toplum arasındaki etkileşimleri kavrayabilecek bir sosyolojik imgelem anlam verebilir.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(II)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tr" sz="2600"/>
              <a:t>“</a:t>
            </a:r>
            <a:r>
              <a:rPr lang="tr" sz="2600">
                <a:solidFill>
                  <a:srgbClr val="000000"/>
                </a:solidFill>
              </a:rPr>
              <a:t>Günümüz insanının gereksindiği şey,  kendisinin dışındaki dünyada ve kendi benliğinde olup bitenleri anlamasını sağlayacak düşünsel bir nitelik kazanmaktır.” (10)</a:t>
            </a:r>
            <a:endParaRPr sz="2600">
              <a:solidFill>
                <a:srgbClr val="000000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tr" sz="2600">
                <a:solidFill>
                  <a:srgbClr val="000000"/>
                </a:solidFill>
              </a:rPr>
              <a:t>Sosyolojik imgelem iste bu düşünsel niteliktir. 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(III)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Sosyolojik imgelem, üç temel ekseni ve bunların arasındaki etkileşim ve ilişkiyi irdeler.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arenR"/>
            </a:pPr>
            <a:r>
              <a:rPr lang="tr" sz="2200">
                <a:solidFill>
                  <a:schemeClr val="dk1"/>
                </a:solidFill>
              </a:rPr>
              <a:t>Biyografi: Bireylerin ayrı ayrı yaşadıkları hayat.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arenR"/>
            </a:pPr>
            <a:r>
              <a:rPr lang="tr" sz="2200">
                <a:solidFill>
                  <a:schemeClr val="dk1"/>
                </a:solidFill>
              </a:rPr>
              <a:t>Toplum: Bireylerin parçası olduğu büyük topluluk.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arenR"/>
            </a:pPr>
            <a:r>
              <a:rPr lang="tr" sz="2200">
                <a:solidFill>
                  <a:schemeClr val="dk1"/>
                </a:solidFill>
              </a:rPr>
              <a:t>Tarih: İçinde yaşanılan tarihsel dönem.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Biyografiyle tarih arasındaki ilişkinin ve bağlantının toplumda nasıl ortaya çıktığını çözümler. (bkz. 12)</a:t>
            </a: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tr" sz="2200">
                <a:solidFill>
                  <a:schemeClr val="dk1"/>
                </a:solidFill>
              </a:rPr>
              <a:t>Bu anlamda, sosyologlar üç temel soru sorar: 1) İnceledikleri toplum nasıl bir yapıya sahiptir? 2) İnceledikleri toplum hangi tarihsel dönemin parçasıdır? 3) Bu tarihsel toplum hangi insan tipleri üzerine inşa edilmiştir? 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(IV)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tr" sz="2100">
                <a:solidFill>
                  <a:schemeClr val="dk1"/>
                </a:solidFill>
              </a:rPr>
              <a:t>En uzak gibi görünen toplumsal dönüşümlerin dahi bireysel dünyadaki yansımalarını görebilmek sosyolojik imgelemin özelliğidir.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tr" sz="2100">
                <a:solidFill>
                  <a:schemeClr val="dk1"/>
                </a:solidFill>
              </a:rPr>
              <a:t>Bireyi içinde bulunduğu toplum ve tarihsel dönem şekillendirir.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tr" sz="2100">
                <a:solidFill>
                  <a:schemeClr val="dk1"/>
                </a:solidFill>
              </a:rPr>
              <a:t>İşte sosyolojik imgelem, bireyi biçimlendiren bu tarihsel ve toplumsal yapıyı irdeleyerek, insanlara yepyeni bir bakış açısı sunar.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tr" sz="2100">
                <a:solidFill>
                  <a:schemeClr val="dk1"/>
                </a:solidFill>
              </a:rPr>
              <a:t>Dar kalıplardan kurtulmayı sağlayarak dünyayı yeni bir anlayışla kavramayı ve şeylerin özünü yakalamayı sağlar.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(V)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Sosyolojik imgelem, buradan hareketle, “bireyin dar/dolaysız yaşamının sorunları” ile “ toplumsal yapının kamusal sorunları” arasında ayrım yapar.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Yani kişisel sorunlar ile toplumsal sorunlar arasında ayrım yapar.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Bu ayrımı aslında bireysel sorunların toplumsal yapının sorunlarının yansıması olduğunu bize göstermek üzere yapar.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Yani aslında, bireyin dar yaşamının sorunlarını merkeze koyan yaklaşımı hedef tahtasına oturtur ve bireysel sorunların, toplumsal sorunların yansıması olduğunu bize gösterir.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Bu yaklaşım biçimi, yukarıda bahsettiğimiz biyografi ie tarih/toplum arasındaki etkileşim ve bağlantıya dair sosyolojik kavrayışın özetidir: biyografi, içinde bulunduğu tarihsel/toplumsal yapıyı yansıtır.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(VI)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tr" sz="2300">
                <a:solidFill>
                  <a:schemeClr val="dk1"/>
                </a:solidFill>
              </a:rPr>
              <a:t>Örnek vererek tartışalım.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tr" sz="2300">
                <a:solidFill>
                  <a:schemeClr val="dk1"/>
                </a:solidFill>
              </a:rPr>
              <a:t>İşsizlik ve Evlilik.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tr" sz="2300">
                <a:solidFill>
                  <a:schemeClr val="dk1"/>
                </a:solidFill>
              </a:rPr>
              <a:t>İşsizlik bireysel bir problem olarak deneyimlense de, aslında toplumsal bir sorun olarak işsizlik probleminden ayrı düşünülemez.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tr" sz="2300">
                <a:solidFill>
                  <a:schemeClr val="dk1"/>
                </a:solidFill>
              </a:rPr>
              <a:t>En bireysel sorunun dahi aslında tarihsel/toplumsal temelleri olduğunu kavramaya başladığımız an, sosyolojik imgelem kazanmış oluruz. </a:t>
            </a:r>
            <a:endParaRPr sz="23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(VII)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C.Wright Mills, en kişisel gibi görünen şeylerin dahi toplumsal yapıyla ilişkisini saptamak üzere, içinde bulunduğu çağda insanların içine düştükleri iki duygu durumunu analiz eder: ilgisizlik/kayıtsızlık ve huzursuzluk/endişe.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İlgisizlik: insan hayatına anlam ve yön veren değerler sisteminin ortadan kalkması sonucu oluşan duygu.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1"/>
                </a:solidFill>
              </a:rPr>
              <a:t>Huzursuzluk: Değerler sisteminin tehdit altında olmasının ama bu tehdidin kaynağının belirsizliğin yarattığı panik durumu.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İki duygu da kaynağını dünyadaki tarihsel ve toplumsal gelişmelerden alıyor: Ekonomik bunalım, nükleer savaş korkusu, Hidrojen bombası yapımının yarattığı panik, Soğuk Savaş vs.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(VIII)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Sosyolojik imgelem, yavaş yavaş hakim entelektüel yaklaşım biçimi olarak fizik ve biyoloji bilimlerinin yerini almaya başlamıştır. Nasıl? Neden? Bu iyi bir gelişme midir?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tr" sz="2400">
                <a:solidFill>
                  <a:schemeClr val="dk1"/>
                </a:solidFill>
              </a:rPr>
              <a:t>Fizik ve  biyoloji bilimleri, belirli bir dönem dünyayı algılama, yorumlama, çözümleme ve çözüm üretmede hakim yaklaşım biçimi olmuştur. 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(IX)</a:t>
            </a:r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33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tr" sz="1965">
                <a:solidFill>
                  <a:schemeClr val="dk1"/>
                </a:solidFill>
              </a:rPr>
              <a:t>Bu başat yaklaşım biçimi, C.Wright Mills’in yaşadığı dönemde sorgulanmaya başlamıştır.</a:t>
            </a:r>
            <a:endParaRPr sz="1965">
              <a:solidFill>
                <a:schemeClr val="dk1"/>
              </a:solidFill>
            </a:endParaRPr>
          </a:p>
          <a:p>
            <a:pPr marL="457200" lvl="0" indent="-3533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tr" sz="1965">
                <a:solidFill>
                  <a:schemeClr val="dk1"/>
                </a:solidFill>
              </a:rPr>
              <a:t>Neden? Özellikle fizik bilimlerinin hidrojen bombasının yapımında araç olarak kullanılması ve teknolojik bir ethos’un (teknolojiyi yücelten bir değer sisteminin) önünü açması, fizik bilimlerini kuşkulu hale getirmiştir.</a:t>
            </a:r>
            <a:endParaRPr sz="1965">
              <a:solidFill>
                <a:schemeClr val="dk1"/>
              </a:solidFill>
            </a:endParaRPr>
          </a:p>
          <a:p>
            <a:pPr marL="457200" lvl="0" indent="-3533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tr" sz="1965">
                <a:solidFill>
                  <a:schemeClr val="dk1"/>
                </a:solidFill>
              </a:rPr>
              <a:t>Doğa bilimleri artık ilerlemenin ve uygarlığın değil, yıkımın temsilcisine dönüşmüşlerdir.</a:t>
            </a:r>
            <a:endParaRPr sz="1965">
              <a:solidFill>
                <a:schemeClr val="dk1"/>
              </a:solidFill>
            </a:endParaRPr>
          </a:p>
          <a:p>
            <a:pPr marL="457200" lvl="0" indent="-3533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tr" sz="1965">
                <a:solidFill>
                  <a:schemeClr val="dk1"/>
                </a:solidFill>
              </a:rPr>
              <a:t>Günümüzde, C.Wright Mills’e göre, Bilim askeri ve ekonomik güçlerce denetlenen bir yapıya sahiptir.</a:t>
            </a:r>
            <a:endParaRPr sz="1965">
              <a:solidFill>
                <a:schemeClr val="dk1"/>
              </a:solidFill>
            </a:endParaRPr>
          </a:p>
          <a:p>
            <a:pPr marL="457200" lvl="0" indent="-35337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tr" sz="1965">
                <a:solidFill>
                  <a:schemeClr val="dk1"/>
                </a:solidFill>
              </a:rPr>
              <a:t>Bu aşamada, bilimin insanlar için ne anlama geldiği ve bilimin insanlık için ne ifade ettiği yeniden değerlendirmeye tabi tutulmalıdır.</a:t>
            </a:r>
            <a:endParaRPr sz="196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6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Sosyolojik İmgelem Nedir (X)</a:t>
            </a:r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Sosyolojik imgelem, tam da böyle bir dönemde, dünyayı yeniden yorumlamamızı sağlayacak bir yaklaşım biçimi olarak doğa bilimlerinin yerini almaya başlamıştır.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Bu olumlu bir gelişmedir çünkü sosyolojik imgelem, bilimin insan ve doğa yıkımı için kullanılmasının önüne geçecek duyarlı bir yaklaşım önerir.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tr">
                <a:solidFill>
                  <a:schemeClr val="dk1"/>
                </a:solidFill>
              </a:rPr>
              <a:t>Ayrıca, toplumsal sorunları saptayan ve bireyle toplum ve tarih arasındaki etkileşimleri ön plana çıkaran sistemli yaklaşımı, onun toplumsal sorunlar için çözüm üretmesinin de önünü açar.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Ekran Gösterisi (16:9)</PresentationFormat>
  <Paragraphs>50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Sosyolojik İmgelem (Toplumbilimsel Düşün)</vt:lpstr>
      <vt:lpstr>Sosyolojik İmgelem nedir? </vt:lpstr>
      <vt:lpstr>Sosyolojik İmgelem Nedir (II)</vt:lpstr>
      <vt:lpstr>Sosyolojik İmgelem Nedir (III)</vt:lpstr>
      <vt:lpstr>Sosyolojik İmgelem Nedir (IV)</vt:lpstr>
      <vt:lpstr>Sosyolojik İmgelem Nedir (V)</vt:lpstr>
      <vt:lpstr>Sosyolojik İmgelem Nedir (VI)</vt:lpstr>
      <vt:lpstr>Sosyolojik İmgelem Nedir (VII)</vt:lpstr>
      <vt:lpstr>Sosyolojik İmgelem Nedir (VIII)</vt:lpstr>
      <vt:lpstr>Sosyolojik İmgelem Nedir (IX)</vt:lpstr>
      <vt:lpstr>Sosyolojik İmgelem Nedir (X)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irem tascioglu</cp:lastModifiedBy>
  <cp:revision>1</cp:revision>
  <dcterms:modified xsi:type="dcterms:W3CDTF">2025-10-21T15:21:45Z</dcterms:modified>
</cp:coreProperties>
</file>