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59"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10"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78" r:id="rId122"/>
    <p:sldId id="379" r:id="rId123"/>
    <p:sldId id="380" r:id="rId124"/>
    <p:sldId id="381" r:id="rId125"/>
    <p:sldId id="382" r:id="rId126"/>
    <p:sldId id="383" r:id="rId127"/>
    <p:sldId id="384" r:id="rId128"/>
    <p:sldId id="385" r:id="rId129"/>
    <p:sldId id="386" r:id="rId130"/>
    <p:sldId id="387" r:id="rId131"/>
    <p:sldId id="388" r:id="rId132"/>
    <p:sldId id="389" r:id="rId133"/>
    <p:sldId id="390" r:id="rId134"/>
    <p:sldId id="391" r:id="rId135"/>
    <p:sldId id="392" r:id="rId136"/>
    <p:sldId id="393" r:id="rId137"/>
    <p:sldId id="394" r:id="rId138"/>
    <p:sldId id="395" r:id="rId139"/>
    <p:sldId id="396" r:id="rId140"/>
    <p:sldId id="397" r:id="rId141"/>
    <p:sldId id="398"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3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1C655B-22FC-405C-92D8-116F9F366778}"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tr-TR"/>
        </a:p>
      </dgm:t>
    </dgm:pt>
    <dgm:pt modelId="{2039380A-8931-4A15-8691-EF69DA074300}">
      <dgm:prSet phldrT="[Metin]"/>
      <dgm:spPr/>
      <dgm:t>
        <a:bodyPr/>
        <a:lstStyle/>
        <a:p>
          <a:r>
            <a:rPr lang="tr-TR"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Toplumsal Hayatı Düzenleyen Kurallar</a:t>
          </a:r>
        </a:p>
      </dgm:t>
    </dgm:pt>
    <dgm:pt modelId="{9D1B0310-BCD8-4E8D-A450-32D7903ACBBD}" type="parTrans" cxnId="{FB72D4FB-26BB-4434-B599-F18CBAB5A21B}">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48BE8418-4F12-4AB9-93F2-3943CAE68DD3}" type="sibTrans" cxnId="{FB72D4FB-26BB-4434-B599-F18CBAB5A21B}">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B43C4839-4A32-4404-A5D4-FC9CA0C1F3D6}">
      <dgm:prSet phldrT="[Metin]"/>
      <dgm:spPr/>
      <dgm:t>
        <a:bodyPr/>
        <a:lstStyle/>
        <a:p>
          <a:r>
            <a:rPr lang="tr-TR"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Din Kuralları</a:t>
          </a:r>
        </a:p>
      </dgm:t>
    </dgm:pt>
    <dgm:pt modelId="{15CBC1EF-BF43-4229-ACCE-F065EF995867}" type="parTrans" cxnId="{1E846544-DA84-4500-8034-79225166C016}">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C8966D3C-BD03-477C-B6FC-86F0AA0364C4}" type="sibTrans" cxnId="{1E846544-DA84-4500-8034-79225166C016}">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3A08D553-5DEB-489F-A4A4-85AAFC81A116}">
      <dgm:prSet phldrT="[Metin]"/>
      <dgm:spPr/>
      <dgm:t>
        <a:bodyPr/>
        <a:lstStyle/>
        <a:p>
          <a:r>
            <a:rPr lang="tr-TR"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Ahlak Kuralları</a:t>
          </a:r>
        </a:p>
      </dgm:t>
    </dgm:pt>
    <dgm:pt modelId="{E3277AD6-D661-4DC4-AA0F-EB7713376592}" type="parTrans" cxnId="{C9CD9C16-18DF-444C-87B4-7844E29ED4A9}">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26D81CB8-99F3-4395-8131-282E521C39B5}" type="sibTrans" cxnId="{C9CD9C16-18DF-444C-87B4-7844E29ED4A9}">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249373DD-6829-475D-8F80-F832F1DB5CFA}">
      <dgm:prSet phldrT="[Metin]"/>
      <dgm:spPr/>
      <dgm:t>
        <a:bodyPr/>
        <a:lstStyle/>
        <a:p>
          <a:r>
            <a:rPr lang="tr-TR"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Görgü Kuralları</a:t>
          </a:r>
        </a:p>
      </dgm:t>
    </dgm:pt>
    <dgm:pt modelId="{0A5DCC1E-5227-4B3B-95C9-4E5747E8F871}" type="parTrans" cxnId="{B4C04D1B-5639-4F1B-89B2-3A4F5409DA5D}">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E0B71E4B-DA44-49B1-AE51-D600E81AE1ED}" type="sibTrans" cxnId="{B4C04D1B-5639-4F1B-89B2-3A4F5409DA5D}">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47A28D97-3E8B-4298-BDC2-187254D19E3F}">
      <dgm:prSet phldrT="[Metin]"/>
      <dgm:spPr/>
      <dgm:t>
        <a:bodyPr/>
        <a:lstStyle/>
        <a:p>
          <a:r>
            <a:rPr lang="tr-TR"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Örf ve Adet Kuralları</a:t>
          </a:r>
        </a:p>
      </dgm:t>
    </dgm:pt>
    <dgm:pt modelId="{09A87574-0110-451D-B378-680AAFC12E5D}" type="parTrans" cxnId="{A0C999F8-35C9-4A32-8D6E-02FF78D602CE}">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9C3D5141-AB2F-4667-AE14-7975651383B0}" type="sibTrans" cxnId="{A0C999F8-35C9-4A32-8D6E-02FF78D602CE}">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91C8CEF0-4B2F-4CDB-8AE7-D314E68C2D78}">
      <dgm:prSet phldrT="[Metin]"/>
      <dgm:spPr/>
      <dgm:t>
        <a:bodyPr/>
        <a:lstStyle/>
        <a:p>
          <a:r>
            <a:rPr lang="tr-TR" b="1"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Hukuk Kuralları</a:t>
          </a:r>
        </a:p>
      </dgm:t>
    </dgm:pt>
    <dgm:pt modelId="{E0D6DF62-254B-4311-82DD-F7379759A24E}" type="parTrans" cxnId="{A9C36D7D-E4A9-4A29-B3F9-5C482FEAD985}">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5E058DCC-F6FB-4D4A-93EF-B5A87F8D75BD}" type="sibTrans" cxnId="{A9C36D7D-E4A9-4A29-B3F9-5C482FEAD985}">
      <dgm:prSet/>
      <dgm:spPr/>
      <dgm:t>
        <a:bodyPr/>
        <a:lstStyle/>
        <a:p>
          <a:endParaRPr lang="tr-TR" b="1" cap="none" spc="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dgm:t>
    </dgm:pt>
    <dgm:pt modelId="{B3900424-99C8-46BF-87C2-22F6E380EACF}" type="pres">
      <dgm:prSet presAssocID="{A81C655B-22FC-405C-92D8-116F9F366778}" presName="hierChild1" presStyleCnt="0">
        <dgm:presLayoutVars>
          <dgm:orgChart val="1"/>
          <dgm:chPref val="1"/>
          <dgm:dir/>
          <dgm:animOne val="branch"/>
          <dgm:animLvl val="lvl"/>
          <dgm:resizeHandles/>
        </dgm:presLayoutVars>
      </dgm:prSet>
      <dgm:spPr/>
    </dgm:pt>
    <dgm:pt modelId="{FB44F5C9-671C-46C7-97AA-EBF8FE037E79}" type="pres">
      <dgm:prSet presAssocID="{2039380A-8931-4A15-8691-EF69DA074300}" presName="hierRoot1" presStyleCnt="0">
        <dgm:presLayoutVars>
          <dgm:hierBranch val="init"/>
        </dgm:presLayoutVars>
      </dgm:prSet>
      <dgm:spPr/>
    </dgm:pt>
    <dgm:pt modelId="{8A4C2FD9-704D-4C08-A363-34FE1D1CAE0A}" type="pres">
      <dgm:prSet presAssocID="{2039380A-8931-4A15-8691-EF69DA074300}" presName="rootComposite1" presStyleCnt="0"/>
      <dgm:spPr/>
    </dgm:pt>
    <dgm:pt modelId="{49CF2996-54C2-439B-96E8-A47E2146322B}" type="pres">
      <dgm:prSet presAssocID="{2039380A-8931-4A15-8691-EF69DA074300}" presName="rootText1" presStyleLbl="node0" presStyleIdx="0" presStyleCnt="1" custAng="0" custScaleX="265437">
        <dgm:presLayoutVars>
          <dgm:chPref val="3"/>
        </dgm:presLayoutVars>
      </dgm:prSet>
      <dgm:spPr/>
    </dgm:pt>
    <dgm:pt modelId="{E7DAA870-30C6-45C8-949C-00B2807AA590}" type="pres">
      <dgm:prSet presAssocID="{2039380A-8931-4A15-8691-EF69DA074300}" presName="rootConnector1" presStyleLbl="node1" presStyleIdx="0" presStyleCnt="0"/>
      <dgm:spPr/>
    </dgm:pt>
    <dgm:pt modelId="{D95BBDCA-7240-45C9-9495-8926DB502166}" type="pres">
      <dgm:prSet presAssocID="{2039380A-8931-4A15-8691-EF69DA074300}" presName="hierChild2" presStyleCnt="0"/>
      <dgm:spPr/>
    </dgm:pt>
    <dgm:pt modelId="{6A41C3F3-E954-4E44-9B14-976D594DA74E}" type="pres">
      <dgm:prSet presAssocID="{15CBC1EF-BF43-4229-ACCE-F065EF995867}" presName="Name37" presStyleLbl="parChTrans1D2" presStyleIdx="0" presStyleCnt="5"/>
      <dgm:spPr/>
    </dgm:pt>
    <dgm:pt modelId="{E05AB4C5-2D7C-435E-B1A3-C922E8DC9587}" type="pres">
      <dgm:prSet presAssocID="{B43C4839-4A32-4404-A5D4-FC9CA0C1F3D6}" presName="hierRoot2" presStyleCnt="0">
        <dgm:presLayoutVars>
          <dgm:hierBranch val="init"/>
        </dgm:presLayoutVars>
      </dgm:prSet>
      <dgm:spPr/>
    </dgm:pt>
    <dgm:pt modelId="{46D2C1D2-8D2E-4181-9E9F-6F811785AFED}" type="pres">
      <dgm:prSet presAssocID="{B43C4839-4A32-4404-A5D4-FC9CA0C1F3D6}" presName="rootComposite" presStyleCnt="0"/>
      <dgm:spPr/>
    </dgm:pt>
    <dgm:pt modelId="{CE141210-C57C-4AAF-B43A-3327952E161D}" type="pres">
      <dgm:prSet presAssocID="{B43C4839-4A32-4404-A5D4-FC9CA0C1F3D6}" presName="rootText" presStyleLbl="node2" presStyleIdx="0" presStyleCnt="5">
        <dgm:presLayoutVars>
          <dgm:chPref val="3"/>
        </dgm:presLayoutVars>
      </dgm:prSet>
      <dgm:spPr/>
    </dgm:pt>
    <dgm:pt modelId="{685F6F3C-3367-4AF4-9597-E89B5D62B24D}" type="pres">
      <dgm:prSet presAssocID="{B43C4839-4A32-4404-A5D4-FC9CA0C1F3D6}" presName="rootConnector" presStyleLbl="node2" presStyleIdx="0" presStyleCnt="5"/>
      <dgm:spPr/>
    </dgm:pt>
    <dgm:pt modelId="{460549CA-618B-48E6-BDB6-9EA4305B23A1}" type="pres">
      <dgm:prSet presAssocID="{B43C4839-4A32-4404-A5D4-FC9CA0C1F3D6}" presName="hierChild4" presStyleCnt="0"/>
      <dgm:spPr/>
    </dgm:pt>
    <dgm:pt modelId="{244588EE-3E0C-473F-A4BE-9EE1B489506A}" type="pres">
      <dgm:prSet presAssocID="{B43C4839-4A32-4404-A5D4-FC9CA0C1F3D6}" presName="hierChild5" presStyleCnt="0"/>
      <dgm:spPr/>
    </dgm:pt>
    <dgm:pt modelId="{5C33849C-6782-464B-8AAC-0DC6FB46C2A2}" type="pres">
      <dgm:prSet presAssocID="{E3277AD6-D661-4DC4-AA0F-EB7713376592}" presName="Name37" presStyleLbl="parChTrans1D2" presStyleIdx="1" presStyleCnt="5"/>
      <dgm:spPr/>
    </dgm:pt>
    <dgm:pt modelId="{3CF942F8-9867-4378-AA1C-638EEC39AF72}" type="pres">
      <dgm:prSet presAssocID="{3A08D553-5DEB-489F-A4A4-85AAFC81A116}" presName="hierRoot2" presStyleCnt="0">
        <dgm:presLayoutVars>
          <dgm:hierBranch val="init"/>
        </dgm:presLayoutVars>
      </dgm:prSet>
      <dgm:spPr/>
    </dgm:pt>
    <dgm:pt modelId="{ED61375F-0C16-43EF-8DCF-C195B2B4C982}" type="pres">
      <dgm:prSet presAssocID="{3A08D553-5DEB-489F-A4A4-85AAFC81A116}" presName="rootComposite" presStyleCnt="0"/>
      <dgm:spPr/>
    </dgm:pt>
    <dgm:pt modelId="{146EF831-0841-4B01-B7EA-9042359166E9}" type="pres">
      <dgm:prSet presAssocID="{3A08D553-5DEB-489F-A4A4-85AAFC81A116}" presName="rootText" presStyleLbl="node2" presStyleIdx="1" presStyleCnt="5">
        <dgm:presLayoutVars>
          <dgm:chPref val="3"/>
        </dgm:presLayoutVars>
      </dgm:prSet>
      <dgm:spPr/>
    </dgm:pt>
    <dgm:pt modelId="{8098CE2C-324C-48D2-9D7B-3F9E909BE9ED}" type="pres">
      <dgm:prSet presAssocID="{3A08D553-5DEB-489F-A4A4-85AAFC81A116}" presName="rootConnector" presStyleLbl="node2" presStyleIdx="1" presStyleCnt="5"/>
      <dgm:spPr/>
    </dgm:pt>
    <dgm:pt modelId="{47224C19-F233-47BB-8777-6C574B09E269}" type="pres">
      <dgm:prSet presAssocID="{3A08D553-5DEB-489F-A4A4-85AAFC81A116}" presName="hierChild4" presStyleCnt="0"/>
      <dgm:spPr/>
    </dgm:pt>
    <dgm:pt modelId="{8D74F00A-58EF-465C-AE89-C6C7648E6B10}" type="pres">
      <dgm:prSet presAssocID="{3A08D553-5DEB-489F-A4A4-85AAFC81A116}" presName="hierChild5" presStyleCnt="0"/>
      <dgm:spPr/>
    </dgm:pt>
    <dgm:pt modelId="{5CB98839-4E56-45DD-97C4-095DFDC8F138}" type="pres">
      <dgm:prSet presAssocID="{0A5DCC1E-5227-4B3B-95C9-4E5747E8F871}" presName="Name37" presStyleLbl="parChTrans1D2" presStyleIdx="2" presStyleCnt="5"/>
      <dgm:spPr/>
    </dgm:pt>
    <dgm:pt modelId="{78C47CA8-0606-488C-9668-3BD32E367D43}" type="pres">
      <dgm:prSet presAssocID="{249373DD-6829-475D-8F80-F832F1DB5CFA}" presName="hierRoot2" presStyleCnt="0">
        <dgm:presLayoutVars>
          <dgm:hierBranch val="init"/>
        </dgm:presLayoutVars>
      </dgm:prSet>
      <dgm:spPr/>
    </dgm:pt>
    <dgm:pt modelId="{9CA4C995-DC8E-48C2-A54A-A99A30A71AE7}" type="pres">
      <dgm:prSet presAssocID="{249373DD-6829-475D-8F80-F832F1DB5CFA}" presName="rootComposite" presStyleCnt="0"/>
      <dgm:spPr/>
    </dgm:pt>
    <dgm:pt modelId="{C7CFB357-61E6-4B5F-96E2-410FF4F5FD40}" type="pres">
      <dgm:prSet presAssocID="{249373DD-6829-475D-8F80-F832F1DB5CFA}" presName="rootText" presStyleLbl="node2" presStyleIdx="2" presStyleCnt="5">
        <dgm:presLayoutVars>
          <dgm:chPref val="3"/>
        </dgm:presLayoutVars>
      </dgm:prSet>
      <dgm:spPr/>
    </dgm:pt>
    <dgm:pt modelId="{C7AA97E6-6555-49B7-AC52-8666C714B003}" type="pres">
      <dgm:prSet presAssocID="{249373DD-6829-475D-8F80-F832F1DB5CFA}" presName="rootConnector" presStyleLbl="node2" presStyleIdx="2" presStyleCnt="5"/>
      <dgm:spPr/>
    </dgm:pt>
    <dgm:pt modelId="{9CD03166-BFF7-4874-8090-EDA58C4DC173}" type="pres">
      <dgm:prSet presAssocID="{249373DD-6829-475D-8F80-F832F1DB5CFA}" presName="hierChild4" presStyleCnt="0"/>
      <dgm:spPr/>
    </dgm:pt>
    <dgm:pt modelId="{722C911D-F147-4FB6-864D-0A2933F639BB}" type="pres">
      <dgm:prSet presAssocID="{249373DD-6829-475D-8F80-F832F1DB5CFA}" presName="hierChild5" presStyleCnt="0"/>
      <dgm:spPr/>
    </dgm:pt>
    <dgm:pt modelId="{BBEB4B77-043B-4DCB-8F57-2117B5961CE2}" type="pres">
      <dgm:prSet presAssocID="{09A87574-0110-451D-B378-680AAFC12E5D}" presName="Name37" presStyleLbl="parChTrans1D2" presStyleIdx="3" presStyleCnt="5"/>
      <dgm:spPr/>
    </dgm:pt>
    <dgm:pt modelId="{7EFFFB19-D52B-4797-8BAF-F1078D831260}" type="pres">
      <dgm:prSet presAssocID="{47A28D97-3E8B-4298-BDC2-187254D19E3F}" presName="hierRoot2" presStyleCnt="0">
        <dgm:presLayoutVars>
          <dgm:hierBranch val="init"/>
        </dgm:presLayoutVars>
      </dgm:prSet>
      <dgm:spPr/>
    </dgm:pt>
    <dgm:pt modelId="{BBD97DD9-A344-4F29-A3F4-C973F6B54904}" type="pres">
      <dgm:prSet presAssocID="{47A28D97-3E8B-4298-BDC2-187254D19E3F}" presName="rootComposite" presStyleCnt="0"/>
      <dgm:spPr/>
    </dgm:pt>
    <dgm:pt modelId="{69E2F7B9-E6A3-4126-96E3-9758CC2F72A2}" type="pres">
      <dgm:prSet presAssocID="{47A28D97-3E8B-4298-BDC2-187254D19E3F}" presName="rootText" presStyleLbl="node2" presStyleIdx="3" presStyleCnt="5">
        <dgm:presLayoutVars>
          <dgm:chPref val="3"/>
        </dgm:presLayoutVars>
      </dgm:prSet>
      <dgm:spPr/>
    </dgm:pt>
    <dgm:pt modelId="{74120394-CC94-4195-BEE9-1A068DEB2243}" type="pres">
      <dgm:prSet presAssocID="{47A28D97-3E8B-4298-BDC2-187254D19E3F}" presName="rootConnector" presStyleLbl="node2" presStyleIdx="3" presStyleCnt="5"/>
      <dgm:spPr/>
    </dgm:pt>
    <dgm:pt modelId="{E80F9AB1-9D9D-4D44-B85D-39FEE28C2BA3}" type="pres">
      <dgm:prSet presAssocID="{47A28D97-3E8B-4298-BDC2-187254D19E3F}" presName="hierChild4" presStyleCnt="0"/>
      <dgm:spPr/>
    </dgm:pt>
    <dgm:pt modelId="{7979DFDD-E1D8-4E62-B53F-3AD551E73CEB}" type="pres">
      <dgm:prSet presAssocID="{47A28D97-3E8B-4298-BDC2-187254D19E3F}" presName="hierChild5" presStyleCnt="0"/>
      <dgm:spPr/>
    </dgm:pt>
    <dgm:pt modelId="{0D41832E-062E-45EF-A245-A2B91781892F}" type="pres">
      <dgm:prSet presAssocID="{E0D6DF62-254B-4311-82DD-F7379759A24E}" presName="Name37" presStyleLbl="parChTrans1D2" presStyleIdx="4" presStyleCnt="5"/>
      <dgm:spPr/>
    </dgm:pt>
    <dgm:pt modelId="{EE882743-A506-408D-9ECB-4306BE6B1996}" type="pres">
      <dgm:prSet presAssocID="{91C8CEF0-4B2F-4CDB-8AE7-D314E68C2D78}" presName="hierRoot2" presStyleCnt="0">
        <dgm:presLayoutVars>
          <dgm:hierBranch val="init"/>
        </dgm:presLayoutVars>
      </dgm:prSet>
      <dgm:spPr/>
    </dgm:pt>
    <dgm:pt modelId="{001F13DC-420D-432D-95DD-03D18F4EE635}" type="pres">
      <dgm:prSet presAssocID="{91C8CEF0-4B2F-4CDB-8AE7-D314E68C2D78}" presName="rootComposite" presStyleCnt="0"/>
      <dgm:spPr/>
    </dgm:pt>
    <dgm:pt modelId="{07A534C4-6201-477B-99D4-12D890BDB837}" type="pres">
      <dgm:prSet presAssocID="{91C8CEF0-4B2F-4CDB-8AE7-D314E68C2D78}" presName="rootText" presStyleLbl="node2" presStyleIdx="4" presStyleCnt="5">
        <dgm:presLayoutVars>
          <dgm:chPref val="3"/>
        </dgm:presLayoutVars>
      </dgm:prSet>
      <dgm:spPr/>
    </dgm:pt>
    <dgm:pt modelId="{7F0B54AC-58B8-4E00-98B1-CEA34E337939}" type="pres">
      <dgm:prSet presAssocID="{91C8CEF0-4B2F-4CDB-8AE7-D314E68C2D78}" presName="rootConnector" presStyleLbl="node2" presStyleIdx="4" presStyleCnt="5"/>
      <dgm:spPr/>
    </dgm:pt>
    <dgm:pt modelId="{EBB3F670-6179-4AA7-9D9D-72334B6AAD69}" type="pres">
      <dgm:prSet presAssocID="{91C8CEF0-4B2F-4CDB-8AE7-D314E68C2D78}" presName="hierChild4" presStyleCnt="0"/>
      <dgm:spPr/>
    </dgm:pt>
    <dgm:pt modelId="{82834274-3432-4F63-BEC0-D5B9BB1C0A2E}" type="pres">
      <dgm:prSet presAssocID="{91C8CEF0-4B2F-4CDB-8AE7-D314E68C2D78}" presName="hierChild5" presStyleCnt="0"/>
      <dgm:spPr/>
    </dgm:pt>
    <dgm:pt modelId="{62987DD9-5BC9-48A6-B65C-D5A94CA61C80}" type="pres">
      <dgm:prSet presAssocID="{2039380A-8931-4A15-8691-EF69DA074300}" presName="hierChild3" presStyleCnt="0"/>
      <dgm:spPr/>
    </dgm:pt>
  </dgm:ptLst>
  <dgm:cxnLst>
    <dgm:cxn modelId="{CA09AE12-C880-468D-9A5D-2C723BDF38F7}" type="presOf" srcId="{2039380A-8931-4A15-8691-EF69DA074300}" destId="{49CF2996-54C2-439B-96E8-A47E2146322B}" srcOrd="0" destOrd="0" presId="urn:microsoft.com/office/officeart/2005/8/layout/orgChart1"/>
    <dgm:cxn modelId="{C9CD9C16-18DF-444C-87B4-7844E29ED4A9}" srcId="{2039380A-8931-4A15-8691-EF69DA074300}" destId="{3A08D553-5DEB-489F-A4A4-85AAFC81A116}" srcOrd="1" destOrd="0" parTransId="{E3277AD6-D661-4DC4-AA0F-EB7713376592}" sibTransId="{26D81CB8-99F3-4395-8131-282E521C39B5}"/>
    <dgm:cxn modelId="{DDEDE919-0946-46EB-AED1-94C4F3225840}" type="presOf" srcId="{09A87574-0110-451D-B378-680AAFC12E5D}" destId="{BBEB4B77-043B-4DCB-8F57-2117B5961CE2}" srcOrd="0" destOrd="0" presId="urn:microsoft.com/office/officeart/2005/8/layout/orgChart1"/>
    <dgm:cxn modelId="{B4C04D1B-5639-4F1B-89B2-3A4F5409DA5D}" srcId="{2039380A-8931-4A15-8691-EF69DA074300}" destId="{249373DD-6829-475D-8F80-F832F1DB5CFA}" srcOrd="2" destOrd="0" parTransId="{0A5DCC1E-5227-4B3B-95C9-4E5747E8F871}" sibTransId="{E0B71E4B-DA44-49B1-AE51-D600E81AE1ED}"/>
    <dgm:cxn modelId="{B342CD21-02A8-4E20-883E-CB4D879E2D8B}" type="presOf" srcId="{91C8CEF0-4B2F-4CDB-8AE7-D314E68C2D78}" destId="{07A534C4-6201-477B-99D4-12D890BDB837}" srcOrd="0" destOrd="0" presId="urn:microsoft.com/office/officeart/2005/8/layout/orgChart1"/>
    <dgm:cxn modelId="{8F7BA124-3C26-4F6C-90A3-1D35B49353CD}" type="presOf" srcId="{3A08D553-5DEB-489F-A4A4-85AAFC81A116}" destId="{146EF831-0841-4B01-B7EA-9042359166E9}" srcOrd="0" destOrd="0" presId="urn:microsoft.com/office/officeart/2005/8/layout/orgChart1"/>
    <dgm:cxn modelId="{FC10E131-CF72-44BD-A888-BA593608661B}" type="presOf" srcId="{47A28D97-3E8B-4298-BDC2-187254D19E3F}" destId="{74120394-CC94-4195-BEE9-1A068DEB2243}" srcOrd="1" destOrd="0" presId="urn:microsoft.com/office/officeart/2005/8/layout/orgChart1"/>
    <dgm:cxn modelId="{1E846544-DA84-4500-8034-79225166C016}" srcId="{2039380A-8931-4A15-8691-EF69DA074300}" destId="{B43C4839-4A32-4404-A5D4-FC9CA0C1F3D6}" srcOrd="0" destOrd="0" parTransId="{15CBC1EF-BF43-4229-ACCE-F065EF995867}" sibTransId="{C8966D3C-BD03-477C-B6FC-86F0AA0364C4}"/>
    <dgm:cxn modelId="{1AE2B345-92F8-4B27-937E-D459ED8ABAAA}" type="presOf" srcId="{E3277AD6-D661-4DC4-AA0F-EB7713376592}" destId="{5C33849C-6782-464B-8AAC-0DC6FB46C2A2}" srcOrd="0" destOrd="0" presId="urn:microsoft.com/office/officeart/2005/8/layout/orgChart1"/>
    <dgm:cxn modelId="{9350814F-6A1A-44FB-9064-09BE7698DC37}" type="presOf" srcId="{3A08D553-5DEB-489F-A4A4-85AAFC81A116}" destId="{8098CE2C-324C-48D2-9D7B-3F9E909BE9ED}" srcOrd="1" destOrd="0" presId="urn:microsoft.com/office/officeart/2005/8/layout/orgChart1"/>
    <dgm:cxn modelId="{0B0D4A55-349B-456D-8EE4-BBC7CA474254}" type="presOf" srcId="{0A5DCC1E-5227-4B3B-95C9-4E5747E8F871}" destId="{5CB98839-4E56-45DD-97C4-095DFDC8F138}" srcOrd="0" destOrd="0" presId="urn:microsoft.com/office/officeart/2005/8/layout/orgChart1"/>
    <dgm:cxn modelId="{A9C36D7D-E4A9-4A29-B3F9-5C482FEAD985}" srcId="{2039380A-8931-4A15-8691-EF69DA074300}" destId="{91C8CEF0-4B2F-4CDB-8AE7-D314E68C2D78}" srcOrd="4" destOrd="0" parTransId="{E0D6DF62-254B-4311-82DD-F7379759A24E}" sibTransId="{5E058DCC-F6FB-4D4A-93EF-B5A87F8D75BD}"/>
    <dgm:cxn modelId="{E1597281-01D3-43C6-B64F-D4AC6B315063}" type="presOf" srcId="{A81C655B-22FC-405C-92D8-116F9F366778}" destId="{B3900424-99C8-46BF-87C2-22F6E380EACF}" srcOrd="0" destOrd="0" presId="urn:microsoft.com/office/officeart/2005/8/layout/orgChart1"/>
    <dgm:cxn modelId="{353EE084-B7C7-4028-B56D-60ADD5085E4A}" type="presOf" srcId="{91C8CEF0-4B2F-4CDB-8AE7-D314E68C2D78}" destId="{7F0B54AC-58B8-4E00-98B1-CEA34E337939}" srcOrd="1" destOrd="0" presId="urn:microsoft.com/office/officeart/2005/8/layout/orgChart1"/>
    <dgm:cxn modelId="{9CCA2796-4004-4EE7-AA02-E32CBD2FA49E}" type="presOf" srcId="{249373DD-6829-475D-8F80-F832F1DB5CFA}" destId="{C7AA97E6-6555-49B7-AC52-8666C714B003}" srcOrd="1" destOrd="0" presId="urn:microsoft.com/office/officeart/2005/8/layout/orgChart1"/>
    <dgm:cxn modelId="{862A5EAF-40C1-4027-B9B9-1A52021BE498}" type="presOf" srcId="{249373DD-6829-475D-8F80-F832F1DB5CFA}" destId="{C7CFB357-61E6-4B5F-96E2-410FF4F5FD40}" srcOrd="0" destOrd="0" presId="urn:microsoft.com/office/officeart/2005/8/layout/orgChart1"/>
    <dgm:cxn modelId="{95486FB6-9E18-43AE-A816-4B49B0C45272}" type="presOf" srcId="{15CBC1EF-BF43-4229-ACCE-F065EF995867}" destId="{6A41C3F3-E954-4E44-9B14-976D594DA74E}" srcOrd="0" destOrd="0" presId="urn:microsoft.com/office/officeart/2005/8/layout/orgChart1"/>
    <dgm:cxn modelId="{3E3D81C0-41ED-46F1-9F22-A28FAA14CE21}" type="presOf" srcId="{E0D6DF62-254B-4311-82DD-F7379759A24E}" destId="{0D41832E-062E-45EF-A245-A2B91781892F}" srcOrd="0" destOrd="0" presId="urn:microsoft.com/office/officeart/2005/8/layout/orgChart1"/>
    <dgm:cxn modelId="{C27C34C8-E6BD-4A3A-8C8E-DFEA72F68DB2}" type="presOf" srcId="{2039380A-8931-4A15-8691-EF69DA074300}" destId="{E7DAA870-30C6-45C8-949C-00B2807AA590}" srcOrd="1" destOrd="0" presId="urn:microsoft.com/office/officeart/2005/8/layout/orgChart1"/>
    <dgm:cxn modelId="{BC767AD5-5402-4FCB-A878-48306E2F4C1F}" type="presOf" srcId="{47A28D97-3E8B-4298-BDC2-187254D19E3F}" destId="{69E2F7B9-E6A3-4126-96E3-9758CC2F72A2}" srcOrd="0" destOrd="0" presId="urn:microsoft.com/office/officeart/2005/8/layout/orgChart1"/>
    <dgm:cxn modelId="{1430D8E9-DCC6-4EA0-BF4B-110D414FBD35}" type="presOf" srcId="{B43C4839-4A32-4404-A5D4-FC9CA0C1F3D6}" destId="{685F6F3C-3367-4AF4-9597-E89B5D62B24D}" srcOrd="1" destOrd="0" presId="urn:microsoft.com/office/officeart/2005/8/layout/orgChart1"/>
    <dgm:cxn modelId="{A0C999F8-35C9-4A32-8D6E-02FF78D602CE}" srcId="{2039380A-8931-4A15-8691-EF69DA074300}" destId="{47A28D97-3E8B-4298-BDC2-187254D19E3F}" srcOrd="3" destOrd="0" parTransId="{09A87574-0110-451D-B378-680AAFC12E5D}" sibTransId="{9C3D5141-AB2F-4667-AE14-7975651383B0}"/>
    <dgm:cxn modelId="{5C2ABAFB-A504-4A16-9EBF-1238D1B467AC}" type="presOf" srcId="{B43C4839-4A32-4404-A5D4-FC9CA0C1F3D6}" destId="{CE141210-C57C-4AAF-B43A-3327952E161D}" srcOrd="0" destOrd="0" presId="urn:microsoft.com/office/officeart/2005/8/layout/orgChart1"/>
    <dgm:cxn modelId="{FB72D4FB-26BB-4434-B599-F18CBAB5A21B}" srcId="{A81C655B-22FC-405C-92D8-116F9F366778}" destId="{2039380A-8931-4A15-8691-EF69DA074300}" srcOrd="0" destOrd="0" parTransId="{9D1B0310-BCD8-4E8D-A450-32D7903ACBBD}" sibTransId="{48BE8418-4F12-4AB9-93F2-3943CAE68DD3}"/>
    <dgm:cxn modelId="{7949BC30-755D-4318-AE5C-FB84DDB1AE23}" type="presParOf" srcId="{B3900424-99C8-46BF-87C2-22F6E380EACF}" destId="{FB44F5C9-671C-46C7-97AA-EBF8FE037E79}" srcOrd="0" destOrd="0" presId="urn:microsoft.com/office/officeart/2005/8/layout/orgChart1"/>
    <dgm:cxn modelId="{22ADFAC3-A925-467D-9A44-4D347FE7D8F1}" type="presParOf" srcId="{FB44F5C9-671C-46C7-97AA-EBF8FE037E79}" destId="{8A4C2FD9-704D-4C08-A363-34FE1D1CAE0A}" srcOrd="0" destOrd="0" presId="urn:microsoft.com/office/officeart/2005/8/layout/orgChart1"/>
    <dgm:cxn modelId="{86713FEC-B45C-4BFC-ABA4-6A900F458493}" type="presParOf" srcId="{8A4C2FD9-704D-4C08-A363-34FE1D1CAE0A}" destId="{49CF2996-54C2-439B-96E8-A47E2146322B}" srcOrd="0" destOrd="0" presId="urn:microsoft.com/office/officeart/2005/8/layout/orgChart1"/>
    <dgm:cxn modelId="{A4BF4517-D2B2-4FAD-948C-670053F222A8}" type="presParOf" srcId="{8A4C2FD9-704D-4C08-A363-34FE1D1CAE0A}" destId="{E7DAA870-30C6-45C8-949C-00B2807AA590}" srcOrd="1" destOrd="0" presId="urn:microsoft.com/office/officeart/2005/8/layout/orgChart1"/>
    <dgm:cxn modelId="{491BD3AA-B5AC-4EFB-92AA-16DAA99BFA1D}" type="presParOf" srcId="{FB44F5C9-671C-46C7-97AA-EBF8FE037E79}" destId="{D95BBDCA-7240-45C9-9495-8926DB502166}" srcOrd="1" destOrd="0" presId="urn:microsoft.com/office/officeart/2005/8/layout/orgChart1"/>
    <dgm:cxn modelId="{342D2E6B-5F9E-4D72-B8A2-E01BF37C8E1A}" type="presParOf" srcId="{D95BBDCA-7240-45C9-9495-8926DB502166}" destId="{6A41C3F3-E954-4E44-9B14-976D594DA74E}" srcOrd="0" destOrd="0" presId="urn:microsoft.com/office/officeart/2005/8/layout/orgChart1"/>
    <dgm:cxn modelId="{7C0F0F4F-D8E2-4EB0-B48D-917F1E2A4211}" type="presParOf" srcId="{D95BBDCA-7240-45C9-9495-8926DB502166}" destId="{E05AB4C5-2D7C-435E-B1A3-C922E8DC9587}" srcOrd="1" destOrd="0" presId="urn:microsoft.com/office/officeart/2005/8/layout/orgChart1"/>
    <dgm:cxn modelId="{0237C6FD-FF4D-43D4-B27B-0532B2A049C5}" type="presParOf" srcId="{E05AB4C5-2D7C-435E-B1A3-C922E8DC9587}" destId="{46D2C1D2-8D2E-4181-9E9F-6F811785AFED}" srcOrd="0" destOrd="0" presId="urn:microsoft.com/office/officeart/2005/8/layout/orgChart1"/>
    <dgm:cxn modelId="{ADD32343-97D6-4051-876A-2E10A50D18A8}" type="presParOf" srcId="{46D2C1D2-8D2E-4181-9E9F-6F811785AFED}" destId="{CE141210-C57C-4AAF-B43A-3327952E161D}" srcOrd="0" destOrd="0" presId="urn:microsoft.com/office/officeart/2005/8/layout/orgChart1"/>
    <dgm:cxn modelId="{70C10985-A435-46E1-BA7A-2B66BF8CE647}" type="presParOf" srcId="{46D2C1D2-8D2E-4181-9E9F-6F811785AFED}" destId="{685F6F3C-3367-4AF4-9597-E89B5D62B24D}" srcOrd="1" destOrd="0" presId="urn:microsoft.com/office/officeart/2005/8/layout/orgChart1"/>
    <dgm:cxn modelId="{CDC4F776-E608-495F-8886-8910659A756A}" type="presParOf" srcId="{E05AB4C5-2D7C-435E-B1A3-C922E8DC9587}" destId="{460549CA-618B-48E6-BDB6-9EA4305B23A1}" srcOrd="1" destOrd="0" presId="urn:microsoft.com/office/officeart/2005/8/layout/orgChart1"/>
    <dgm:cxn modelId="{1B8D3C7A-32B1-4332-BE1A-68E8C21879EF}" type="presParOf" srcId="{E05AB4C5-2D7C-435E-B1A3-C922E8DC9587}" destId="{244588EE-3E0C-473F-A4BE-9EE1B489506A}" srcOrd="2" destOrd="0" presId="urn:microsoft.com/office/officeart/2005/8/layout/orgChart1"/>
    <dgm:cxn modelId="{7FA0DA64-684F-426D-939F-CEF9038007E3}" type="presParOf" srcId="{D95BBDCA-7240-45C9-9495-8926DB502166}" destId="{5C33849C-6782-464B-8AAC-0DC6FB46C2A2}" srcOrd="2" destOrd="0" presId="urn:microsoft.com/office/officeart/2005/8/layout/orgChart1"/>
    <dgm:cxn modelId="{C90AC868-0FF1-46DF-AA95-C0A1D30C9BE9}" type="presParOf" srcId="{D95BBDCA-7240-45C9-9495-8926DB502166}" destId="{3CF942F8-9867-4378-AA1C-638EEC39AF72}" srcOrd="3" destOrd="0" presId="urn:microsoft.com/office/officeart/2005/8/layout/orgChart1"/>
    <dgm:cxn modelId="{A73AC5C6-B1EE-4862-8F11-1D86E92C78D9}" type="presParOf" srcId="{3CF942F8-9867-4378-AA1C-638EEC39AF72}" destId="{ED61375F-0C16-43EF-8DCF-C195B2B4C982}" srcOrd="0" destOrd="0" presId="urn:microsoft.com/office/officeart/2005/8/layout/orgChart1"/>
    <dgm:cxn modelId="{F2F7028A-7695-4809-AE73-3DD2D6029C3C}" type="presParOf" srcId="{ED61375F-0C16-43EF-8DCF-C195B2B4C982}" destId="{146EF831-0841-4B01-B7EA-9042359166E9}" srcOrd="0" destOrd="0" presId="urn:microsoft.com/office/officeart/2005/8/layout/orgChart1"/>
    <dgm:cxn modelId="{BCF07538-405C-4BC0-9CD1-DFCD46E183FB}" type="presParOf" srcId="{ED61375F-0C16-43EF-8DCF-C195B2B4C982}" destId="{8098CE2C-324C-48D2-9D7B-3F9E909BE9ED}" srcOrd="1" destOrd="0" presId="urn:microsoft.com/office/officeart/2005/8/layout/orgChart1"/>
    <dgm:cxn modelId="{23899FFA-9784-4914-917B-6604D1058113}" type="presParOf" srcId="{3CF942F8-9867-4378-AA1C-638EEC39AF72}" destId="{47224C19-F233-47BB-8777-6C574B09E269}" srcOrd="1" destOrd="0" presId="urn:microsoft.com/office/officeart/2005/8/layout/orgChart1"/>
    <dgm:cxn modelId="{426D2E9F-BF69-43F8-AAA6-327B1017DE19}" type="presParOf" srcId="{3CF942F8-9867-4378-AA1C-638EEC39AF72}" destId="{8D74F00A-58EF-465C-AE89-C6C7648E6B10}" srcOrd="2" destOrd="0" presId="urn:microsoft.com/office/officeart/2005/8/layout/orgChart1"/>
    <dgm:cxn modelId="{E8A93F54-A67F-42FD-A7FC-CF1B758B4C39}" type="presParOf" srcId="{D95BBDCA-7240-45C9-9495-8926DB502166}" destId="{5CB98839-4E56-45DD-97C4-095DFDC8F138}" srcOrd="4" destOrd="0" presId="urn:microsoft.com/office/officeart/2005/8/layout/orgChart1"/>
    <dgm:cxn modelId="{DDD8EF02-2F2F-4BD3-A766-213C5EBDB244}" type="presParOf" srcId="{D95BBDCA-7240-45C9-9495-8926DB502166}" destId="{78C47CA8-0606-488C-9668-3BD32E367D43}" srcOrd="5" destOrd="0" presId="urn:microsoft.com/office/officeart/2005/8/layout/orgChart1"/>
    <dgm:cxn modelId="{B66721D2-0B22-477C-BF25-93AAFAA0FEAC}" type="presParOf" srcId="{78C47CA8-0606-488C-9668-3BD32E367D43}" destId="{9CA4C995-DC8E-48C2-A54A-A99A30A71AE7}" srcOrd="0" destOrd="0" presId="urn:microsoft.com/office/officeart/2005/8/layout/orgChart1"/>
    <dgm:cxn modelId="{C21DCDC9-C6A9-4058-8785-9238B17ADDAA}" type="presParOf" srcId="{9CA4C995-DC8E-48C2-A54A-A99A30A71AE7}" destId="{C7CFB357-61E6-4B5F-96E2-410FF4F5FD40}" srcOrd="0" destOrd="0" presId="urn:microsoft.com/office/officeart/2005/8/layout/orgChart1"/>
    <dgm:cxn modelId="{0D8F3878-9C34-4B14-8CE4-7E956A9FF832}" type="presParOf" srcId="{9CA4C995-DC8E-48C2-A54A-A99A30A71AE7}" destId="{C7AA97E6-6555-49B7-AC52-8666C714B003}" srcOrd="1" destOrd="0" presId="urn:microsoft.com/office/officeart/2005/8/layout/orgChart1"/>
    <dgm:cxn modelId="{AB746D5F-EA70-49B1-82E7-F11C6E91FEC1}" type="presParOf" srcId="{78C47CA8-0606-488C-9668-3BD32E367D43}" destId="{9CD03166-BFF7-4874-8090-EDA58C4DC173}" srcOrd="1" destOrd="0" presId="urn:microsoft.com/office/officeart/2005/8/layout/orgChart1"/>
    <dgm:cxn modelId="{7938E7A8-EF88-47AA-95C4-3FA7A7417808}" type="presParOf" srcId="{78C47CA8-0606-488C-9668-3BD32E367D43}" destId="{722C911D-F147-4FB6-864D-0A2933F639BB}" srcOrd="2" destOrd="0" presId="urn:microsoft.com/office/officeart/2005/8/layout/orgChart1"/>
    <dgm:cxn modelId="{4CB28C91-CF37-4AEA-B8C7-C61CCF222A21}" type="presParOf" srcId="{D95BBDCA-7240-45C9-9495-8926DB502166}" destId="{BBEB4B77-043B-4DCB-8F57-2117B5961CE2}" srcOrd="6" destOrd="0" presId="urn:microsoft.com/office/officeart/2005/8/layout/orgChart1"/>
    <dgm:cxn modelId="{3917F8F4-E0E3-4A4B-A260-2BAC34912C90}" type="presParOf" srcId="{D95BBDCA-7240-45C9-9495-8926DB502166}" destId="{7EFFFB19-D52B-4797-8BAF-F1078D831260}" srcOrd="7" destOrd="0" presId="urn:microsoft.com/office/officeart/2005/8/layout/orgChart1"/>
    <dgm:cxn modelId="{E5D665EB-1B99-4FCF-9615-367121FAA38A}" type="presParOf" srcId="{7EFFFB19-D52B-4797-8BAF-F1078D831260}" destId="{BBD97DD9-A344-4F29-A3F4-C973F6B54904}" srcOrd="0" destOrd="0" presId="urn:microsoft.com/office/officeart/2005/8/layout/orgChart1"/>
    <dgm:cxn modelId="{3E940010-116B-43A9-8D47-71564E2DA8BE}" type="presParOf" srcId="{BBD97DD9-A344-4F29-A3F4-C973F6B54904}" destId="{69E2F7B9-E6A3-4126-96E3-9758CC2F72A2}" srcOrd="0" destOrd="0" presId="urn:microsoft.com/office/officeart/2005/8/layout/orgChart1"/>
    <dgm:cxn modelId="{C5B37D2E-06E7-4F62-9788-07601B0F8B48}" type="presParOf" srcId="{BBD97DD9-A344-4F29-A3F4-C973F6B54904}" destId="{74120394-CC94-4195-BEE9-1A068DEB2243}" srcOrd="1" destOrd="0" presId="urn:microsoft.com/office/officeart/2005/8/layout/orgChart1"/>
    <dgm:cxn modelId="{9057581A-0D8E-41E2-8454-35C0480F88CF}" type="presParOf" srcId="{7EFFFB19-D52B-4797-8BAF-F1078D831260}" destId="{E80F9AB1-9D9D-4D44-B85D-39FEE28C2BA3}" srcOrd="1" destOrd="0" presId="urn:microsoft.com/office/officeart/2005/8/layout/orgChart1"/>
    <dgm:cxn modelId="{800986DE-DFF6-4B62-80F6-795AFF83254E}" type="presParOf" srcId="{7EFFFB19-D52B-4797-8BAF-F1078D831260}" destId="{7979DFDD-E1D8-4E62-B53F-3AD551E73CEB}" srcOrd="2" destOrd="0" presId="urn:microsoft.com/office/officeart/2005/8/layout/orgChart1"/>
    <dgm:cxn modelId="{51AC5CE1-60D8-46B2-A31F-59AE8DDF01A9}" type="presParOf" srcId="{D95BBDCA-7240-45C9-9495-8926DB502166}" destId="{0D41832E-062E-45EF-A245-A2B91781892F}" srcOrd="8" destOrd="0" presId="urn:microsoft.com/office/officeart/2005/8/layout/orgChart1"/>
    <dgm:cxn modelId="{DAE03FA2-75AA-44B1-84D7-8A495E4141D2}" type="presParOf" srcId="{D95BBDCA-7240-45C9-9495-8926DB502166}" destId="{EE882743-A506-408D-9ECB-4306BE6B1996}" srcOrd="9" destOrd="0" presId="urn:microsoft.com/office/officeart/2005/8/layout/orgChart1"/>
    <dgm:cxn modelId="{0BFEE0D9-D2DC-42FE-8616-5797024FFC50}" type="presParOf" srcId="{EE882743-A506-408D-9ECB-4306BE6B1996}" destId="{001F13DC-420D-432D-95DD-03D18F4EE635}" srcOrd="0" destOrd="0" presId="urn:microsoft.com/office/officeart/2005/8/layout/orgChart1"/>
    <dgm:cxn modelId="{2B02A941-F7EC-4948-B83C-9D5DE60F7CE9}" type="presParOf" srcId="{001F13DC-420D-432D-95DD-03D18F4EE635}" destId="{07A534C4-6201-477B-99D4-12D890BDB837}" srcOrd="0" destOrd="0" presId="urn:microsoft.com/office/officeart/2005/8/layout/orgChart1"/>
    <dgm:cxn modelId="{6E5BC66C-4964-4DC8-B492-645CA7A01DA5}" type="presParOf" srcId="{001F13DC-420D-432D-95DD-03D18F4EE635}" destId="{7F0B54AC-58B8-4E00-98B1-CEA34E337939}" srcOrd="1" destOrd="0" presId="urn:microsoft.com/office/officeart/2005/8/layout/orgChart1"/>
    <dgm:cxn modelId="{A4648609-BC0D-4B80-8DB6-0EAF9E77AC3B}" type="presParOf" srcId="{EE882743-A506-408D-9ECB-4306BE6B1996}" destId="{EBB3F670-6179-4AA7-9D9D-72334B6AAD69}" srcOrd="1" destOrd="0" presId="urn:microsoft.com/office/officeart/2005/8/layout/orgChart1"/>
    <dgm:cxn modelId="{ACED207D-2A57-4F84-AA5A-15B9524047D1}" type="presParOf" srcId="{EE882743-A506-408D-9ECB-4306BE6B1996}" destId="{82834274-3432-4F63-BEC0-D5B9BB1C0A2E}" srcOrd="2" destOrd="0" presId="urn:microsoft.com/office/officeart/2005/8/layout/orgChart1"/>
    <dgm:cxn modelId="{9D3A797B-6EB2-454A-A3FD-EB32F7930ABE}" type="presParOf" srcId="{FB44F5C9-671C-46C7-97AA-EBF8FE037E79}" destId="{62987DD9-5BC9-48A6-B65C-D5A94CA61C8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92A203-9A17-4D3C-8E13-3EE578549DD1}" type="doc">
      <dgm:prSet loTypeId="urn:microsoft.com/office/officeart/2005/8/layout/hierarchy3" loCatId="hierarchy" qsTypeId="urn:microsoft.com/office/officeart/2005/8/quickstyle/simple3" qsCatId="simple" csTypeId="urn:microsoft.com/office/officeart/2005/8/colors/accent1_2#8" csCatId="accent1" phldr="1"/>
      <dgm:spPr/>
      <dgm:t>
        <a:bodyPr/>
        <a:lstStyle/>
        <a:p>
          <a:endParaRPr lang="tr-TR"/>
        </a:p>
      </dgm:t>
    </dgm:pt>
    <dgm:pt modelId="{7101D1C1-296F-4D9F-ADED-E5ABE8C3918A}">
      <dgm:prSet phldrT="[Metin]" custT="1"/>
      <dgm:spPr/>
      <dgm:t>
        <a:bodyPr/>
        <a:lstStyle/>
        <a:p>
          <a:r>
            <a:rPr lang="tr-TR" sz="2000" b="1" dirty="0"/>
            <a:t>Yazılı Kaynaklar</a:t>
          </a:r>
        </a:p>
      </dgm:t>
    </dgm:pt>
    <dgm:pt modelId="{465A977C-4A7E-402D-A4D4-EC7CDFCABBD3}" type="parTrans" cxnId="{DF740E76-BB66-4B67-A9B0-EEEAEC5D1C9A}">
      <dgm:prSet/>
      <dgm:spPr/>
      <dgm:t>
        <a:bodyPr/>
        <a:lstStyle/>
        <a:p>
          <a:endParaRPr lang="tr-TR"/>
        </a:p>
      </dgm:t>
    </dgm:pt>
    <dgm:pt modelId="{BC9401AA-DBC1-452B-BEED-F68707C38302}" type="sibTrans" cxnId="{DF740E76-BB66-4B67-A9B0-EEEAEC5D1C9A}">
      <dgm:prSet/>
      <dgm:spPr/>
      <dgm:t>
        <a:bodyPr/>
        <a:lstStyle/>
        <a:p>
          <a:endParaRPr lang="tr-TR"/>
        </a:p>
      </dgm:t>
    </dgm:pt>
    <dgm:pt modelId="{1509EDDF-9D62-464B-9BF1-AAC428C24CA5}" type="asst">
      <dgm:prSet phldrT="[Metin]" custT="1"/>
      <dgm:spPr/>
      <dgm:t>
        <a:bodyPr/>
        <a:lstStyle/>
        <a:p>
          <a:r>
            <a:rPr lang="tr-TR" sz="2000" b="1" dirty="0"/>
            <a:t>Yardımcı Kaynaklar</a:t>
          </a:r>
        </a:p>
      </dgm:t>
    </dgm:pt>
    <dgm:pt modelId="{19F3C496-5A83-477E-8044-6931C6E544D5}" type="parTrans" cxnId="{BDF36651-C878-4EB5-B9D3-122E31585FC4}">
      <dgm:prSet/>
      <dgm:spPr/>
      <dgm:t>
        <a:bodyPr/>
        <a:lstStyle/>
        <a:p>
          <a:endParaRPr lang="tr-TR"/>
        </a:p>
      </dgm:t>
    </dgm:pt>
    <dgm:pt modelId="{4CB20A9B-CD80-4823-A8D9-593341779D5C}" type="sibTrans" cxnId="{BDF36651-C878-4EB5-B9D3-122E31585FC4}">
      <dgm:prSet/>
      <dgm:spPr/>
      <dgm:t>
        <a:bodyPr/>
        <a:lstStyle/>
        <a:p>
          <a:endParaRPr lang="tr-TR"/>
        </a:p>
      </dgm:t>
    </dgm:pt>
    <dgm:pt modelId="{55E437DB-7C41-4221-B0FB-B2046E566BEC}">
      <dgm:prSet phldrT="[Metin]" custT="1"/>
      <dgm:spPr/>
      <dgm:t>
        <a:bodyPr/>
        <a:lstStyle/>
        <a:p>
          <a:r>
            <a:rPr lang="tr-TR" sz="2000" b="1" dirty="0"/>
            <a:t>Yazısız Kaynaklar</a:t>
          </a:r>
        </a:p>
      </dgm:t>
    </dgm:pt>
    <dgm:pt modelId="{9285DB79-0CB3-46D9-95C5-0D253C8BFBA8}" type="parTrans" cxnId="{B1D6647C-3C37-4954-929D-E03EF72631E3}">
      <dgm:prSet/>
      <dgm:spPr/>
      <dgm:t>
        <a:bodyPr/>
        <a:lstStyle/>
        <a:p>
          <a:endParaRPr lang="tr-TR"/>
        </a:p>
      </dgm:t>
    </dgm:pt>
    <dgm:pt modelId="{9298A019-B7BC-4EAF-87CE-3675AB862AB7}" type="sibTrans" cxnId="{B1D6647C-3C37-4954-929D-E03EF72631E3}">
      <dgm:prSet/>
      <dgm:spPr/>
      <dgm:t>
        <a:bodyPr/>
        <a:lstStyle/>
        <a:p>
          <a:endParaRPr lang="tr-TR"/>
        </a:p>
      </dgm:t>
    </dgm:pt>
    <dgm:pt modelId="{BBC9C34E-BC85-4E4A-A378-D787D3532B3D}">
      <dgm:prSet phldrT="[Metin]" custT="1"/>
      <dgm:spPr/>
      <dgm:t>
        <a:bodyPr/>
        <a:lstStyle/>
        <a:p>
          <a:r>
            <a:rPr lang="tr-TR" sz="2800" b="1" dirty="0"/>
            <a:t>Anayasa</a:t>
          </a:r>
        </a:p>
      </dgm:t>
    </dgm:pt>
    <dgm:pt modelId="{E78596C9-5690-4BCB-92CC-A5F5156DE52D}" type="parTrans" cxnId="{7200E94A-D558-4066-B94D-CE8CD71237B2}">
      <dgm:prSet/>
      <dgm:spPr/>
      <dgm:t>
        <a:bodyPr/>
        <a:lstStyle/>
        <a:p>
          <a:endParaRPr lang="tr-TR"/>
        </a:p>
      </dgm:t>
    </dgm:pt>
    <dgm:pt modelId="{F48A5BB5-FB94-4B0D-BE1C-AC8FD873810D}" type="sibTrans" cxnId="{7200E94A-D558-4066-B94D-CE8CD71237B2}">
      <dgm:prSet/>
      <dgm:spPr/>
      <dgm:t>
        <a:bodyPr/>
        <a:lstStyle/>
        <a:p>
          <a:endParaRPr lang="tr-TR"/>
        </a:p>
      </dgm:t>
    </dgm:pt>
    <dgm:pt modelId="{4463E8F8-438D-49D8-896B-6772CD9C29F3}">
      <dgm:prSet phldrT="[Metin]" custT="1"/>
      <dgm:spPr/>
      <dgm:t>
        <a:bodyPr/>
        <a:lstStyle/>
        <a:p>
          <a:r>
            <a:rPr lang="tr-TR" sz="2400" b="1" dirty="0"/>
            <a:t>Kanun</a:t>
          </a:r>
        </a:p>
      </dgm:t>
    </dgm:pt>
    <dgm:pt modelId="{9985AB4C-BFF2-4122-832C-0E9966F72299}" type="parTrans" cxnId="{6D428E4F-571F-431F-B6C7-2FD9EB05BF29}">
      <dgm:prSet/>
      <dgm:spPr/>
      <dgm:t>
        <a:bodyPr/>
        <a:lstStyle/>
        <a:p>
          <a:endParaRPr lang="tr-TR"/>
        </a:p>
      </dgm:t>
    </dgm:pt>
    <dgm:pt modelId="{E5261802-9CF7-41D0-B522-B8A137F3930F}" type="sibTrans" cxnId="{6D428E4F-571F-431F-B6C7-2FD9EB05BF29}">
      <dgm:prSet/>
      <dgm:spPr/>
      <dgm:t>
        <a:bodyPr/>
        <a:lstStyle/>
        <a:p>
          <a:endParaRPr lang="tr-TR"/>
        </a:p>
      </dgm:t>
    </dgm:pt>
    <dgm:pt modelId="{FFF3E940-B24D-48F0-9E6B-2A73401F04B1}">
      <dgm:prSet phldrT="[Metin]" custT="1"/>
      <dgm:spPr/>
      <dgm:t>
        <a:bodyPr/>
        <a:lstStyle/>
        <a:p>
          <a:r>
            <a:rPr lang="tr-TR" sz="2400" b="1" dirty="0"/>
            <a:t>Milletler Arası antlaşmalar</a:t>
          </a:r>
        </a:p>
      </dgm:t>
    </dgm:pt>
    <dgm:pt modelId="{EDAEA024-198F-4679-B804-68385374088B}" type="parTrans" cxnId="{57EC238E-8518-4996-A553-E0777A444B19}">
      <dgm:prSet/>
      <dgm:spPr/>
      <dgm:t>
        <a:bodyPr/>
        <a:lstStyle/>
        <a:p>
          <a:endParaRPr lang="tr-TR"/>
        </a:p>
      </dgm:t>
    </dgm:pt>
    <dgm:pt modelId="{BDB0F6CF-2DFE-4ABD-B99C-8A711CE06D8D}" type="sibTrans" cxnId="{57EC238E-8518-4996-A553-E0777A444B19}">
      <dgm:prSet/>
      <dgm:spPr/>
      <dgm:t>
        <a:bodyPr/>
        <a:lstStyle/>
        <a:p>
          <a:endParaRPr lang="tr-TR"/>
        </a:p>
      </dgm:t>
    </dgm:pt>
    <dgm:pt modelId="{4FEFF15A-CF53-4A53-9238-B8F1FA564A78}">
      <dgm:prSet phldrT="[Metin]" custT="1"/>
      <dgm:spPr/>
      <dgm:t>
        <a:bodyPr/>
        <a:lstStyle/>
        <a:p>
          <a:r>
            <a:rPr lang="tr-TR" sz="2400" b="1" dirty="0"/>
            <a:t>Kanun Hükmünde Kararnameler</a:t>
          </a:r>
        </a:p>
      </dgm:t>
    </dgm:pt>
    <dgm:pt modelId="{05061D56-C7AC-4BA8-89A1-0A245246624E}" type="parTrans" cxnId="{C899C810-C81C-4496-A02D-31A970DD306F}">
      <dgm:prSet/>
      <dgm:spPr/>
      <dgm:t>
        <a:bodyPr/>
        <a:lstStyle/>
        <a:p>
          <a:endParaRPr lang="tr-TR"/>
        </a:p>
      </dgm:t>
    </dgm:pt>
    <dgm:pt modelId="{55ADC43E-1E91-4051-9063-13AD80889F72}" type="sibTrans" cxnId="{C899C810-C81C-4496-A02D-31A970DD306F}">
      <dgm:prSet/>
      <dgm:spPr/>
      <dgm:t>
        <a:bodyPr/>
        <a:lstStyle/>
        <a:p>
          <a:endParaRPr lang="tr-TR"/>
        </a:p>
      </dgm:t>
    </dgm:pt>
    <dgm:pt modelId="{0F1446E7-3797-4445-B252-D43918CE5D60}">
      <dgm:prSet phldrT="[Metin]" custT="1"/>
      <dgm:spPr/>
      <dgm:t>
        <a:bodyPr/>
        <a:lstStyle/>
        <a:p>
          <a:r>
            <a:rPr lang="tr-TR" sz="2400" b="1" dirty="0"/>
            <a:t>Tüzük</a:t>
          </a:r>
        </a:p>
      </dgm:t>
    </dgm:pt>
    <dgm:pt modelId="{DE6160A4-6455-4874-B0C4-684FDD80D41B}" type="parTrans" cxnId="{A9933D7B-E4DE-45D1-8B0C-D70372AFFE1C}">
      <dgm:prSet/>
      <dgm:spPr/>
      <dgm:t>
        <a:bodyPr/>
        <a:lstStyle/>
        <a:p>
          <a:endParaRPr lang="tr-TR"/>
        </a:p>
      </dgm:t>
    </dgm:pt>
    <dgm:pt modelId="{959B8457-A994-4971-BAA8-95D656F51EF4}" type="sibTrans" cxnId="{A9933D7B-E4DE-45D1-8B0C-D70372AFFE1C}">
      <dgm:prSet/>
      <dgm:spPr/>
      <dgm:t>
        <a:bodyPr/>
        <a:lstStyle/>
        <a:p>
          <a:endParaRPr lang="tr-TR"/>
        </a:p>
      </dgm:t>
    </dgm:pt>
    <dgm:pt modelId="{42C93419-51E6-4E44-9FAC-67F00B314F7E}">
      <dgm:prSet phldrT="[Metin]" custT="1"/>
      <dgm:spPr/>
      <dgm:t>
        <a:bodyPr/>
        <a:lstStyle/>
        <a:p>
          <a:r>
            <a:rPr lang="tr-TR" sz="2400" b="1" dirty="0"/>
            <a:t>Yönetmelikler</a:t>
          </a:r>
        </a:p>
      </dgm:t>
    </dgm:pt>
    <dgm:pt modelId="{47220FDE-2291-4FF4-ACC2-88E8B005053B}" type="parTrans" cxnId="{550EA38F-2081-45FF-8BCA-F8B788A72363}">
      <dgm:prSet/>
      <dgm:spPr/>
      <dgm:t>
        <a:bodyPr/>
        <a:lstStyle/>
        <a:p>
          <a:endParaRPr lang="tr-TR"/>
        </a:p>
      </dgm:t>
    </dgm:pt>
    <dgm:pt modelId="{6BBF3A6A-6B83-498C-8211-E6D67E58181E}" type="sibTrans" cxnId="{550EA38F-2081-45FF-8BCA-F8B788A72363}">
      <dgm:prSet/>
      <dgm:spPr/>
      <dgm:t>
        <a:bodyPr/>
        <a:lstStyle/>
        <a:p>
          <a:endParaRPr lang="tr-TR"/>
        </a:p>
      </dgm:t>
    </dgm:pt>
    <dgm:pt modelId="{84881D1C-C3CD-4109-B138-F765ECDE0F0C}">
      <dgm:prSet phldrT="[Metin]" custT="1"/>
      <dgm:spPr/>
      <dgm:t>
        <a:bodyPr/>
        <a:lstStyle/>
        <a:p>
          <a:r>
            <a:rPr lang="tr-TR" sz="2400" b="1" dirty="0"/>
            <a:t>Örf ve adet kuralları</a:t>
          </a:r>
        </a:p>
      </dgm:t>
    </dgm:pt>
    <dgm:pt modelId="{C071CB05-115A-4C87-B8C4-16B9BF557410}" type="parTrans" cxnId="{06847260-BBB2-4D13-B0CE-A1B88595FEC7}">
      <dgm:prSet/>
      <dgm:spPr/>
      <dgm:t>
        <a:bodyPr/>
        <a:lstStyle/>
        <a:p>
          <a:endParaRPr lang="tr-TR"/>
        </a:p>
      </dgm:t>
    </dgm:pt>
    <dgm:pt modelId="{5A55BF9E-56A5-407D-A815-27477E017382}" type="sibTrans" cxnId="{06847260-BBB2-4D13-B0CE-A1B88595FEC7}">
      <dgm:prSet/>
      <dgm:spPr/>
      <dgm:t>
        <a:bodyPr/>
        <a:lstStyle/>
        <a:p>
          <a:endParaRPr lang="tr-TR"/>
        </a:p>
      </dgm:t>
    </dgm:pt>
    <dgm:pt modelId="{312CAEFB-371E-4637-B5B7-9689268EA823}" type="asst">
      <dgm:prSet phldrT="[Metin]"/>
      <dgm:spPr/>
      <dgm:t>
        <a:bodyPr/>
        <a:lstStyle/>
        <a:p>
          <a:r>
            <a:rPr lang="tr-TR" b="1" dirty="0"/>
            <a:t>Bilimsel içtihatlar</a:t>
          </a:r>
        </a:p>
      </dgm:t>
    </dgm:pt>
    <dgm:pt modelId="{5713FE09-074B-4BF3-88CD-EFD78B692054}" type="parTrans" cxnId="{7BF09EF2-1266-4453-8036-654F3ECA6059}">
      <dgm:prSet/>
      <dgm:spPr/>
      <dgm:t>
        <a:bodyPr/>
        <a:lstStyle/>
        <a:p>
          <a:endParaRPr lang="tr-TR"/>
        </a:p>
      </dgm:t>
    </dgm:pt>
    <dgm:pt modelId="{C60CB37A-5745-45B1-8DFF-AAD97825E51F}" type="sibTrans" cxnId="{7BF09EF2-1266-4453-8036-654F3ECA6059}">
      <dgm:prSet/>
      <dgm:spPr/>
      <dgm:t>
        <a:bodyPr/>
        <a:lstStyle/>
        <a:p>
          <a:endParaRPr lang="tr-TR"/>
        </a:p>
      </dgm:t>
    </dgm:pt>
    <dgm:pt modelId="{8EE70259-8A89-4F0B-828A-CBEC94D39C7D}" type="asst">
      <dgm:prSet phldrT="[Metin]" custT="1"/>
      <dgm:spPr/>
      <dgm:t>
        <a:bodyPr/>
        <a:lstStyle/>
        <a:p>
          <a:r>
            <a:rPr lang="tr-TR" sz="2400" b="1" dirty="0"/>
            <a:t>Yargısal içtihatlar</a:t>
          </a:r>
        </a:p>
      </dgm:t>
    </dgm:pt>
    <dgm:pt modelId="{7FDD49D1-2C79-4867-B695-36D8271373D8}" type="parTrans" cxnId="{5D8E5583-7F91-49CA-8C10-FBB439E25DE1}">
      <dgm:prSet/>
      <dgm:spPr/>
      <dgm:t>
        <a:bodyPr/>
        <a:lstStyle/>
        <a:p>
          <a:endParaRPr lang="tr-TR"/>
        </a:p>
      </dgm:t>
    </dgm:pt>
    <dgm:pt modelId="{A323CB3C-8980-48FA-95FF-2464C618597F}" type="sibTrans" cxnId="{5D8E5583-7F91-49CA-8C10-FBB439E25DE1}">
      <dgm:prSet/>
      <dgm:spPr/>
      <dgm:t>
        <a:bodyPr/>
        <a:lstStyle/>
        <a:p>
          <a:endParaRPr lang="tr-TR"/>
        </a:p>
      </dgm:t>
    </dgm:pt>
    <dgm:pt modelId="{772262E8-7259-4876-B11A-6E9BF2155BF4}" type="pres">
      <dgm:prSet presAssocID="{3A92A203-9A17-4D3C-8E13-3EE578549DD1}" presName="diagram" presStyleCnt="0">
        <dgm:presLayoutVars>
          <dgm:chPref val="1"/>
          <dgm:dir/>
          <dgm:animOne val="branch"/>
          <dgm:animLvl val="lvl"/>
          <dgm:resizeHandles/>
        </dgm:presLayoutVars>
      </dgm:prSet>
      <dgm:spPr/>
    </dgm:pt>
    <dgm:pt modelId="{5CEA4FAD-FF0A-47DC-A7A1-E04AE6684833}" type="pres">
      <dgm:prSet presAssocID="{7101D1C1-296F-4D9F-ADED-E5ABE8C3918A}" presName="root" presStyleCnt="0"/>
      <dgm:spPr/>
    </dgm:pt>
    <dgm:pt modelId="{9107ADDB-5404-4E9B-9C7B-CB4515563367}" type="pres">
      <dgm:prSet presAssocID="{7101D1C1-296F-4D9F-ADED-E5ABE8C3918A}" presName="rootComposite" presStyleCnt="0"/>
      <dgm:spPr/>
    </dgm:pt>
    <dgm:pt modelId="{CFC2A98F-F924-471C-9F7B-9E63E49E3A7B}" type="pres">
      <dgm:prSet presAssocID="{7101D1C1-296F-4D9F-ADED-E5ABE8C3918A}" presName="rootText" presStyleLbl="node1" presStyleIdx="0" presStyleCnt="3"/>
      <dgm:spPr/>
    </dgm:pt>
    <dgm:pt modelId="{514CD045-8375-44C9-AA72-4820063912C8}" type="pres">
      <dgm:prSet presAssocID="{7101D1C1-296F-4D9F-ADED-E5ABE8C3918A}" presName="rootConnector" presStyleLbl="node1" presStyleIdx="0" presStyleCnt="3"/>
      <dgm:spPr/>
    </dgm:pt>
    <dgm:pt modelId="{3550AC27-B1D6-45B0-98A4-00C0F8189002}" type="pres">
      <dgm:prSet presAssocID="{7101D1C1-296F-4D9F-ADED-E5ABE8C3918A}" presName="childShape" presStyleCnt="0"/>
      <dgm:spPr/>
    </dgm:pt>
    <dgm:pt modelId="{5193630E-C7F6-4D15-9255-0FA8B51F4167}" type="pres">
      <dgm:prSet presAssocID="{E78596C9-5690-4BCB-92CC-A5F5156DE52D}" presName="Name13" presStyleLbl="parChTrans1D2" presStyleIdx="0" presStyleCnt="9"/>
      <dgm:spPr/>
    </dgm:pt>
    <dgm:pt modelId="{89761A03-9DC7-4244-A79E-52EE1F09E9EC}" type="pres">
      <dgm:prSet presAssocID="{BBC9C34E-BC85-4E4A-A378-D787D3532B3D}" presName="childText" presStyleLbl="bgAcc1" presStyleIdx="0" presStyleCnt="9" custScaleX="168696" custLinFactNeighborX="9424" custLinFactNeighborY="-5484">
        <dgm:presLayoutVars>
          <dgm:bulletEnabled val="1"/>
        </dgm:presLayoutVars>
      </dgm:prSet>
      <dgm:spPr/>
    </dgm:pt>
    <dgm:pt modelId="{538B70EF-EF53-4D05-A0DC-EB1E5ED12202}" type="pres">
      <dgm:prSet presAssocID="{9985AB4C-BFF2-4122-832C-0E9966F72299}" presName="Name13" presStyleLbl="parChTrans1D2" presStyleIdx="1" presStyleCnt="9"/>
      <dgm:spPr/>
    </dgm:pt>
    <dgm:pt modelId="{9A6FFA0A-B83F-4428-AB08-ECF0A2CED0DA}" type="pres">
      <dgm:prSet presAssocID="{4463E8F8-438D-49D8-896B-6772CD9C29F3}" presName="childText" presStyleLbl="bgAcc1" presStyleIdx="1" presStyleCnt="9" custScaleX="159833" custScaleY="74287" custLinFactNeighborX="4752" custLinFactNeighborY="-1521">
        <dgm:presLayoutVars>
          <dgm:bulletEnabled val="1"/>
        </dgm:presLayoutVars>
      </dgm:prSet>
      <dgm:spPr/>
    </dgm:pt>
    <dgm:pt modelId="{72C11A5C-2FF0-4816-A4CD-CA9D91A3B3FE}" type="pres">
      <dgm:prSet presAssocID="{EDAEA024-198F-4679-B804-68385374088B}" presName="Name13" presStyleLbl="parChTrans1D2" presStyleIdx="2" presStyleCnt="9"/>
      <dgm:spPr/>
    </dgm:pt>
    <dgm:pt modelId="{C6CAFF54-D23E-40BC-8C2F-E3245B05D140}" type="pres">
      <dgm:prSet presAssocID="{FFF3E940-B24D-48F0-9E6B-2A73401F04B1}" presName="childText" presStyleLbl="bgAcc1" presStyleIdx="2" presStyleCnt="9" custScaleX="260723" custScaleY="82367">
        <dgm:presLayoutVars>
          <dgm:bulletEnabled val="1"/>
        </dgm:presLayoutVars>
      </dgm:prSet>
      <dgm:spPr/>
    </dgm:pt>
    <dgm:pt modelId="{DDEA90B5-AFE4-4DBD-ADAA-42FDB29073DD}" type="pres">
      <dgm:prSet presAssocID="{05061D56-C7AC-4BA8-89A1-0A245246624E}" presName="Name13" presStyleLbl="parChTrans1D2" presStyleIdx="3" presStyleCnt="9"/>
      <dgm:spPr/>
    </dgm:pt>
    <dgm:pt modelId="{6E36628C-46B3-4A36-8C2F-0235EF52CD06}" type="pres">
      <dgm:prSet presAssocID="{4FEFF15A-CF53-4A53-9238-B8F1FA564A78}" presName="childText" presStyleLbl="bgAcc1" presStyleIdx="3" presStyleCnt="9" custScaleX="258704" custScaleY="110357">
        <dgm:presLayoutVars>
          <dgm:bulletEnabled val="1"/>
        </dgm:presLayoutVars>
      </dgm:prSet>
      <dgm:spPr/>
    </dgm:pt>
    <dgm:pt modelId="{FE2341D4-6FF9-4167-A110-42DB7CB3FD80}" type="pres">
      <dgm:prSet presAssocID="{DE6160A4-6455-4874-B0C4-684FDD80D41B}" presName="Name13" presStyleLbl="parChTrans1D2" presStyleIdx="4" presStyleCnt="9"/>
      <dgm:spPr/>
    </dgm:pt>
    <dgm:pt modelId="{0DD926E5-3C74-40C5-9CD5-20D26F5093BD}" type="pres">
      <dgm:prSet presAssocID="{0F1446E7-3797-4445-B252-D43918CE5D60}" presName="childText" presStyleLbl="bgAcc1" presStyleIdx="4" presStyleCnt="9" custScaleX="240668" custScaleY="71323">
        <dgm:presLayoutVars>
          <dgm:bulletEnabled val="1"/>
        </dgm:presLayoutVars>
      </dgm:prSet>
      <dgm:spPr/>
    </dgm:pt>
    <dgm:pt modelId="{2BC86ACE-D779-4F57-B404-EF621D7245B8}" type="pres">
      <dgm:prSet presAssocID="{47220FDE-2291-4FF4-ACC2-88E8B005053B}" presName="Name13" presStyleLbl="parChTrans1D2" presStyleIdx="5" presStyleCnt="9"/>
      <dgm:spPr/>
    </dgm:pt>
    <dgm:pt modelId="{B2D88088-69A2-4E21-9EEA-F2CA9F314513}" type="pres">
      <dgm:prSet presAssocID="{42C93419-51E6-4E44-9FAC-67F00B314F7E}" presName="childText" presStyleLbl="bgAcc1" presStyleIdx="5" presStyleCnt="9" custScaleX="248043" custScaleY="78191">
        <dgm:presLayoutVars>
          <dgm:bulletEnabled val="1"/>
        </dgm:presLayoutVars>
      </dgm:prSet>
      <dgm:spPr/>
    </dgm:pt>
    <dgm:pt modelId="{3BE3ABEA-1834-4D91-8007-94497A291BD7}" type="pres">
      <dgm:prSet presAssocID="{55E437DB-7C41-4221-B0FB-B2046E566BEC}" presName="root" presStyleCnt="0"/>
      <dgm:spPr/>
    </dgm:pt>
    <dgm:pt modelId="{E843BEE5-E41B-4998-B0AF-A37ECBF08F1C}" type="pres">
      <dgm:prSet presAssocID="{55E437DB-7C41-4221-B0FB-B2046E566BEC}" presName="rootComposite" presStyleCnt="0"/>
      <dgm:spPr/>
    </dgm:pt>
    <dgm:pt modelId="{CF5E6CBE-002A-4C1C-BF0C-4A82225A82FA}" type="pres">
      <dgm:prSet presAssocID="{55E437DB-7C41-4221-B0FB-B2046E566BEC}" presName="rootText" presStyleLbl="node1" presStyleIdx="1" presStyleCnt="3"/>
      <dgm:spPr/>
    </dgm:pt>
    <dgm:pt modelId="{DFD1FAF7-B249-4391-AB1F-1B16F47A4A7F}" type="pres">
      <dgm:prSet presAssocID="{55E437DB-7C41-4221-B0FB-B2046E566BEC}" presName="rootConnector" presStyleLbl="node1" presStyleIdx="1" presStyleCnt="3"/>
      <dgm:spPr/>
    </dgm:pt>
    <dgm:pt modelId="{64589450-D0EC-466B-BC06-E57EEAC9CABE}" type="pres">
      <dgm:prSet presAssocID="{55E437DB-7C41-4221-B0FB-B2046E566BEC}" presName="childShape" presStyleCnt="0"/>
      <dgm:spPr/>
    </dgm:pt>
    <dgm:pt modelId="{10DF1276-4E64-4F6C-B27A-CA5BD2C3CF76}" type="pres">
      <dgm:prSet presAssocID="{C071CB05-115A-4C87-B8C4-16B9BF557410}" presName="Name13" presStyleLbl="parChTrans1D2" presStyleIdx="6" presStyleCnt="9"/>
      <dgm:spPr/>
    </dgm:pt>
    <dgm:pt modelId="{6E77B070-54CA-452B-9373-BCAE0E9FAB8E}" type="pres">
      <dgm:prSet presAssocID="{84881D1C-C3CD-4109-B138-F765ECDE0F0C}" presName="childText" presStyleLbl="bgAcc1" presStyleIdx="6" presStyleCnt="9" custScaleX="175856">
        <dgm:presLayoutVars>
          <dgm:bulletEnabled val="1"/>
        </dgm:presLayoutVars>
      </dgm:prSet>
      <dgm:spPr/>
    </dgm:pt>
    <dgm:pt modelId="{AE97C169-CA0C-4A6C-8F2C-34C9276E213E}" type="pres">
      <dgm:prSet presAssocID="{1509EDDF-9D62-464B-9BF1-AAC428C24CA5}" presName="root" presStyleCnt="0"/>
      <dgm:spPr/>
    </dgm:pt>
    <dgm:pt modelId="{BF31193B-7A95-4692-9982-C80B1ECB8FB0}" type="pres">
      <dgm:prSet presAssocID="{1509EDDF-9D62-464B-9BF1-AAC428C24CA5}" presName="rootComposite" presStyleCnt="0"/>
      <dgm:spPr/>
    </dgm:pt>
    <dgm:pt modelId="{5AA2E330-C7AD-445F-AF31-EC0012B8B9C0}" type="pres">
      <dgm:prSet presAssocID="{1509EDDF-9D62-464B-9BF1-AAC428C24CA5}" presName="rootText" presStyleLbl="node1" presStyleIdx="2" presStyleCnt="3"/>
      <dgm:spPr/>
    </dgm:pt>
    <dgm:pt modelId="{98B5F4EE-2A03-4382-8C6C-8CF5A061BD92}" type="pres">
      <dgm:prSet presAssocID="{1509EDDF-9D62-464B-9BF1-AAC428C24CA5}" presName="rootConnector" presStyleLbl="asst0" presStyleIdx="0" presStyleCnt="0"/>
      <dgm:spPr/>
    </dgm:pt>
    <dgm:pt modelId="{7C5EFC06-3198-431E-8AA1-3067F8935691}" type="pres">
      <dgm:prSet presAssocID="{1509EDDF-9D62-464B-9BF1-AAC428C24CA5}" presName="childShape" presStyleCnt="0"/>
      <dgm:spPr/>
    </dgm:pt>
    <dgm:pt modelId="{53769084-2FA3-432C-9A18-2675DA964735}" type="pres">
      <dgm:prSet presAssocID="{5713FE09-074B-4BF3-88CD-EFD78B692054}" presName="Name13" presStyleLbl="parChTrans1D2" presStyleIdx="7" presStyleCnt="9"/>
      <dgm:spPr/>
    </dgm:pt>
    <dgm:pt modelId="{0CF38854-24AF-40C1-991A-9E5A5E4DF7DF}" type="pres">
      <dgm:prSet presAssocID="{312CAEFB-371E-4637-B5B7-9689268EA823}" presName="childText" presStyleLbl="bgAcc1" presStyleIdx="7" presStyleCnt="9" custScaleX="277917">
        <dgm:presLayoutVars>
          <dgm:bulletEnabled val="1"/>
        </dgm:presLayoutVars>
      </dgm:prSet>
      <dgm:spPr/>
    </dgm:pt>
    <dgm:pt modelId="{1F0D260B-CFDC-4B48-8C33-D5CD6596EE72}" type="pres">
      <dgm:prSet presAssocID="{7FDD49D1-2C79-4867-B695-36D8271373D8}" presName="Name13" presStyleLbl="parChTrans1D2" presStyleIdx="8" presStyleCnt="9"/>
      <dgm:spPr/>
    </dgm:pt>
    <dgm:pt modelId="{91D52B66-15B9-4A55-AA2C-BFE86E0DE2A7}" type="pres">
      <dgm:prSet presAssocID="{8EE70259-8A89-4F0B-828A-CBEC94D39C7D}" presName="childText" presStyleLbl="bgAcc1" presStyleIdx="8" presStyleCnt="9" custScaleX="270252" custScaleY="160930">
        <dgm:presLayoutVars>
          <dgm:bulletEnabled val="1"/>
        </dgm:presLayoutVars>
      </dgm:prSet>
      <dgm:spPr/>
    </dgm:pt>
  </dgm:ptLst>
  <dgm:cxnLst>
    <dgm:cxn modelId="{12C0DA0B-303B-4D5B-B3DF-00B9EAFB3FB3}" type="presOf" srcId="{BBC9C34E-BC85-4E4A-A378-D787D3532B3D}" destId="{89761A03-9DC7-4244-A79E-52EE1F09E9EC}" srcOrd="0" destOrd="0" presId="urn:microsoft.com/office/officeart/2005/8/layout/hierarchy3"/>
    <dgm:cxn modelId="{B67DC80E-0036-4A14-B804-82F419C772D7}" type="presOf" srcId="{47220FDE-2291-4FF4-ACC2-88E8B005053B}" destId="{2BC86ACE-D779-4F57-B404-EF621D7245B8}" srcOrd="0" destOrd="0" presId="urn:microsoft.com/office/officeart/2005/8/layout/hierarchy3"/>
    <dgm:cxn modelId="{C899C810-C81C-4496-A02D-31A970DD306F}" srcId="{7101D1C1-296F-4D9F-ADED-E5ABE8C3918A}" destId="{4FEFF15A-CF53-4A53-9238-B8F1FA564A78}" srcOrd="3" destOrd="0" parTransId="{05061D56-C7AC-4BA8-89A1-0A245246624E}" sibTransId="{55ADC43E-1E91-4051-9063-13AD80889F72}"/>
    <dgm:cxn modelId="{A6A94512-C92D-49AF-A2F0-46E8B4CA7B69}" type="presOf" srcId="{C071CB05-115A-4C87-B8C4-16B9BF557410}" destId="{10DF1276-4E64-4F6C-B27A-CA5BD2C3CF76}" srcOrd="0" destOrd="0" presId="urn:microsoft.com/office/officeart/2005/8/layout/hierarchy3"/>
    <dgm:cxn modelId="{5785F01F-DC52-4524-966A-549D387FB408}" type="presOf" srcId="{7101D1C1-296F-4D9F-ADED-E5ABE8C3918A}" destId="{514CD045-8375-44C9-AA72-4820063912C8}" srcOrd="1" destOrd="0" presId="urn:microsoft.com/office/officeart/2005/8/layout/hierarchy3"/>
    <dgm:cxn modelId="{FFCF1D27-D826-460F-AD55-3566623BEB82}" type="presOf" srcId="{7101D1C1-296F-4D9F-ADED-E5ABE8C3918A}" destId="{CFC2A98F-F924-471C-9F7B-9E63E49E3A7B}" srcOrd="0" destOrd="0" presId="urn:microsoft.com/office/officeart/2005/8/layout/hierarchy3"/>
    <dgm:cxn modelId="{5E812E2A-7821-430A-A85F-85506F951308}" type="presOf" srcId="{42C93419-51E6-4E44-9FAC-67F00B314F7E}" destId="{B2D88088-69A2-4E21-9EEA-F2CA9F314513}" srcOrd="0" destOrd="0" presId="urn:microsoft.com/office/officeart/2005/8/layout/hierarchy3"/>
    <dgm:cxn modelId="{B3FA3A2A-2596-4E17-B306-D48AF956D0B7}" type="presOf" srcId="{0F1446E7-3797-4445-B252-D43918CE5D60}" destId="{0DD926E5-3C74-40C5-9CD5-20D26F5093BD}" srcOrd="0" destOrd="0" presId="urn:microsoft.com/office/officeart/2005/8/layout/hierarchy3"/>
    <dgm:cxn modelId="{06847260-BBB2-4D13-B0CE-A1B88595FEC7}" srcId="{55E437DB-7C41-4221-B0FB-B2046E566BEC}" destId="{84881D1C-C3CD-4109-B138-F765ECDE0F0C}" srcOrd="0" destOrd="0" parTransId="{C071CB05-115A-4C87-B8C4-16B9BF557410}" sibTransId="{5A55BF9E-56A5-407D-A815-27477E017382}"/>
    <dgm:cxn modelId="{C1DEDD62-EA8E-48C9-AB46-126CE3A48421}" type="presOf" srcId="{7FDD49D1-2C79-4867-B695-36D8271373D8}" destId="{1F0D260B-CFDC-4B48-8C33-D5CD6596EE72}" srcOrd="0" destOrd="0" presId="urn:microsoft.com/office/officeart/2005/8/layout/hierarchy3"/>
    <dgm:cxn modelId="{0C500844-6B0D-4D63-A6C7-0C38862A220D}" type="presOf" srcId="{8EE70259-8A89-4F0B-828A-CBEC94D39C7D}" destId="{91D52B66-15B9-4A55-AA2C-BFE86E0DE2A7}" srcOrd="0" destOrd="0" presId="urn:microsoft.com/office/officeart/2005/8/layout/hierarchy3"/>
    <dgm:cxn modelId="{7200E94A-D558-4066-B94D-CE8CD71237B2}" srcId="{7101D1C1-296F-4D9F-ADED-E5ABE8C3918A}" destId="{BBC9C34E-BC85-4E4A-A378-D787D3532B3D}" srcOrd="0" destOrd="0" parTransId="{E78596C9-5690-4BCB-92CC-A5F5156DE52D}" sibTransId="{F48A5BB5-FB94-4B0D-BE1C-AC8FD873810D}"/>
    <dgm:cxn modelId="{03CBF74C-DFC7-48C5-B979-80CA56EF567A}" type="presOf" srcId="{312CAEFB-371E-4637-B5B7-9689268EA823}" destId="{0CF38854-24AF-40C1-991A-9E5A5E4DF7DF}" srcOrd="0" destOrd="0" presId="urn:microsoft.com/office/officeart/2005/8/layout/hierarchy3"/>
    <dgm:cxn modelId="{FC53CC4D-8B0E-4856-87B1-E1F16DC85462}" type="presOf" srcId="{EDAEA024-198F-4679-B804-68385374088B}" destId="{72C11A5C-2FF0-4816-A4CD-CA9D91A3B3FE}" srcOrd="0" destOrd="0" presId="urn:microsoft.com/office/officeart/2005/8/layout/hierarchy3"/>
    <dgm:cxn modelId="{6D428E4F-571F-431F-B6C7-2FD9EB05BF29}" srcId="{7101D1C1-296F-4D9F-ADED-E5ABE8C3918A}" destId="{4463E8F8-438D-49D8-896B-6772CD9C29F3}" srcOrd="1" destOrd="0" parTransId="{9985AB4C-BFF2-4122-832C-0E9966F72299}" sibTransId="{E5261802-9CF7-41D0-B522-B8A137F3930F}"/>
    <dgm:cxn modelId="{BDF36651-C878-4EB5-B9D3-122E31585FC4}" srcId="{3A92A203-9A17-4D3C-8E13-3EE578549DD1}" destId="{1509EDDF-9D62-464B-9BF1-AAC428C24CA5}" srcOrd="2" destOrd="0" parTransId="{19F3C496-5A83-477E-8044-6931C6E544D5}" sibTransId="{4CB20A9B-CD80-4823-A8D9-593341779D5C}"/>
    <dgm:cxn modelId="{DF740E76-BB66-4B67-A9B0-EEEAEC5D1C9A}" srcId="{3A92A203-9A17-4D3C-8E13-3EE578549DD1}" destId="{7101D1C1-296F-4D9F-ADED-E5ABE8C3918A}" srcOrd="0" destOrd="0" parTransId="{465A977C-4A7E-402D-A4D4-EC7CDFCABBD3}" sibTransId="{BC9401AA-DBC1-452B-BEED-F68707C38302}"/>
    <dgm:cxn modelId="{A9933D7B-E4DE-45D1-8B0C-D70372AFFE1C}" srcId="{7101D1C1-296F-4D9F-ADED-E5ABE8C3918A}" destId="{0F1446E7-3797-4445-B252-D43918CE5D60}" srcOrd="4" destOrd="0" parTransId="{DE6160A4-6455-4874-B0C4-684FDD80D41B}" sibTransId="{959B8457-A994-4971-BAA8-95D656F51EF4}"/>
    <dgm:cxn modelId="{B1D6647C-3C37-4954-929D-E03EF72631E3}" srcId="{3A92A203-9A17-4D3C-8E13-3EE578549DD1}" destId="{55E437DB-7C41-4221-B0FB-B2046E566BEC}" srcOrd="1" destOrd="0" parTransId="{9285DB79-0CB3-46D9-95C5-0D253C8BFBA8}" sibTransId="{9298A019-B7BC-4EAF-87CE-3675AB862AB7}"/>
    <dgm:cxn modelId="{5D8E5583-7F91-49CA-8C10-FBB439E25DE1}" srcId="{1509EDDF-9D62-464B-9BF1-AAC428C24CA5}" destId="{8EE70259-8A89-4F0B-828A-CBEC94D39C7D}" srcOrd="1" destOrd="0" parTransId="{7FDD49D1-2C79-4867-B695-36D8271373D8}" sibTransId="{A323CB3C-8980-48FA-95FF-2464C618597F}"/>
    <dgm:cxn modelId="{77E1EB8C-8F5A-4EB1-85A7-58EA93B0F4DB}" type="presOf" srcId="{9985AB4C-BFF2-4122-832C-0E9966F72299}" destId="{538B70EF-EF53-4D05-A0DC-EB1E5ED12202}" srcOrd="0" destOrd="0" presId="urn:microsoft.com/office/officeart/2005/8/layout/hierarchy3"/>
    <dgm:cxn modelId="{57EC238E-8518-4996-A553-E0777A444B19}" srcId="{7101D1C1-296F-4D9F-ADED-E5ABE8C3918A}" destId="{FFF3E940-B24D-48F0-9E6B-2A73401F04B1}" srcOrd="2" destOrd="0" parTransId="{EDAEA024-198F-4679-B804-68385374088B}" sibTransId="{BDB0F6CF-2DFE-4ABD-B99C-8A711CE06D8D}"/>
    <dgm:cxn modelId="{550EA38F-2081-45FF-8BCA-F8B788A72363}" srcId="{7101D1C1-296F-4D9F-ADED-E5ABE8C3918A}" destId="{42C93419-51E6-4E44-9FAC-67F00B314F7E}" srcOrd="5" destOrd="0" parTransId="{47220FDE-2291-4FF4-ACC2-88E8B005053B}" sibTransId="{6BBF3A6A-6B83-498C-8211-E6D67E58181E}"/>
    <dgm:cxn modelId="{092DF98F-04D0-4D4B-A731-7490AF23930F}" type="presOf" srcId="{FFF3E940-B24D-48F0-9E6B-2A73401F04B1}" destId="{C6CAFF54-D23E-40BC-8C2F-E3245B05D140}" srcOrd="0" destOrd="0" presId="urn:microsoft.com/office/officeart/2005/8/layout/hierarchy3"/>
    <dgm:cxn modelId="{86C68AAC-E38C-44BA-9CBD-36AB9F604A79}" type="presOf" srcId="{4FEFF15A-CF53-4A53-9238-B8F1FA564A78}" destId="{6E36628C-46B3-4A36-8C2F-0235EF52CD06}" srcOrd="0" destOrd="0" presId="urn:microsoft.com/office/officeart/2005/8/layout/hierarchy3"/>
    <dgm:cxn modelId="{835773BD-3F5B-4724-A355-BE581842ADDE}" type="presOf" srcId="{1509EDDF-9D62-464B-9BF1-AAC428C24CA5}" destId="{98B5F4EE-2A03-4382-8C6C-8CF5A061BD92}" srcOrd="1" destOrd="0" presId="urn:microsoft.com/office/officeart/2005/8/layout/hierarchy3"/>
    <dgm:cxn modelId="{5EB36CC3-D367-45B2-9A21-5A4EBCD259AB}" type="presOf" srcId="{5713FE09-074B-4BF3-88CD-EFD78B692054}" destId="{53769084-2FA3-432C-9A18-2675DA964735}" srcOrd="0" destOrd="0" presId="urn:microsoft.com/office/officeart/2005/8/layout/hierarchy3"/>
    <dgm:cxn modelId="{9D6792C5-EA37-4E59-AFB4-5C0271404EAE}" type="presOf" srcId="{E78596C9-5690-4BCB-92CC-A5F5156DE52D}" destId="{5193630E-C7F6-4D15-9255-0FA8B51F4167}" srcOrd="0" destOrd="0" presId="urn:microsoft.com/office/officeart/2005/8/layout/hierarchy3"/>
    <dgm:cxn modelId="{2536B8C5-0B9F-45CF-A31F-FBE2E1C5B241}" type="presOf" srcId="{3A92A203-9A17-4D3C-8E13-3EE578549DD1}" destId="{772262E8-7259-4876-B11A-6E9BF2155BF4}" srcOrd="0" destOrd="0" presId="urn:microsoft.com/office/officeart/2005/8/layout/hierarchy3"/>
    <dgm:cxn modelId="{0C9A31C6-7278-41B6-BC52-1ECFC0047EB1}" type="presOf" srcId="{84881D1C-C3CD-4109-B138-F765ECDE0F0C}" destId="{6E77B070-54CA-452B-9373-BCAE0E9FAB8E}" srcOrd="0" destOrd="0" presId="urn:microsoft.com/office/officeart/2005/8/layout/hierarchy3"/>
    <dgm:cxn modelId="{552421D7-C0F8-4BB9-9F39-322F47636BE7}" type="presOf" srcId="{4463E8F8-438D-49D8-896B-6772CD9C29F3}" destId="{9A6FFA0A-B83F-4428-AB08-ECF0A2CED0DA}" srcOrd="0" destOrd="0" presId="urn:microsoft.com/office/officeart/2005/8/layout/hierarchy3"/>
    <dgm:cxn modelId="{C73B16E3-3303-48DC-8520-8C355DC986F8}" type="presOf" srcId="{55E437DB-7C41-4221-B0FB-B2046E566BEC}" destId="{CF5E6CBE-002A-4C1C-BF0C-4A82225A82FA}" srcOrd="0" destOrd="0" presId="urn:microsoft.com/office/officeart/2005/8/layout/hierarchy3"/>
    <dgm:cxn modelId="{6504CAE3-3655-4F81-8B4B-C79D904C521C}" type="presOf" srcId="{55E437DB-7C41-4221-B0FB-B2046E566BEC}" destId="{DFD1FAF7-B249-4391-AB1F-1B16F47A4A7F}" srcOrd="1" destOrd="0" presId="urn:microsoft.com/office/officeart/2005/8/layout/hierarchy3"/>
    <dgm:cxn modelId="{7BF09EF2-1266-4453-8036-654F3ECA6059}" srcId="{1509EDDF-9D62-464B-9BF1-AAC428C24CA5}" destId="{312CAEFB-371E-4637-B5B7-9689268EA823}" srcOrd="0" destOrd="0" parTransId="{5713FE09-074B-4BF3-88CD-EFD78B692054}" sibTransId="{C60CB37A-5745-45B1-8DFF-AAD97825E51F}"/>
    <dgm:cxn modelId="{C1A493FC-D870-4B38-BD17-0994C4DA6833}" type="presOf" srcId="{05061D56-C7AC-4BA8-89A1-0A245246624E}" destId="{DDEA90B5-AFE4-4DBD-ADAA-42FDB29073DD}" srcOrd="0" destOrd="0" presId="urn:microsoft.com/office/officeart/2005/8/layout/hierarchy3"/>
    <dgm:cxn modelId="{9FC9B3FD-554D-4C08-B388-1117B16EA6BC}" type="presOf" srcId="{DE6160A4-6455-4874-B0C4-684FDD80D41B}" destId="{FE2341D4-6FF9-4167-A110-42DB7CB3FD80}" srcOrd="0" destOrd="0" presId="urn:microsoft.com/office/officeart/2005/8/layout/hierarchy3"/>
    <dgm:cxn modelId="{F3D8AAFE-1F76-4671-B7FC-6D1F708B7292}" type="presOf" srcId="{1509EDDF-9D62-464B-9BF1-AAC428C24CA5}" destId="{5AA2E330-C7AD-445F-AF31-EC0012B8B9C0}" srcOrd="0" destOrd="0" presId="urn:microsoft.com/office/officeart/2005/8/layout/hierarchy3"/>
    <dgm:cxn modelId="{49493E3E-B195-4723-9F4A-5D48830B0D1F}" type="presParOf" srcId="{772262E8-7259-4876-B11A-6E9BF2155BF4}" destId="{5CEA4FAD-FF0A-47DC-A7A1-E04AE6684833}" srcOrd="0" destOrd="0" presId="urn:microsoft.com/office/officeart/2005/8/layout/hierarchy3"/>
    <dgm:cxn modelId="{C2D5F4D0-1EC2-4D14-8FAE-7020FC654B14}" type="presParOf" srcId="{5CEA4FAD-FF0A-47DC-A7A1-E04AE6684833}" destId="{9107ADDB-5404-4E9B-9C7B-CB4515563367}" srcOrd="0" destOrd="0" presId="urn:microsoft.com/office/officeart/2005/8/layout/hierarchy3"/>
    <dgm:cxn modelId="{BE2CC0B1-8467-47DE-9C44-488B5949AD2C}" type="presParOf" srcId="{9107ADDB-5404-4E9B-9C7B-CB4515563367}" destId="{CFC2A98F-F924-471C-9F7B-9E63E49E3A7B}" srcOrd="0" destOrd="0" presId="urn:microsoft.com/office/officeart/2005/8/layout/hierarchy3"/>
    <dgm:cxn modelId="{92683F29-DC74-4F93-AFAB-EA39BDB8588E}" type="presParOf" srcId="{9107ADDB-5404-4E9B-9C7B-CB4515563367}" destId="{514CD045-8375-44C9-AA72-4820063912C8}" srcOrd="1" destOrd="0" presId="urn:microsoft.com/office/officeart/2005/8/layout/hierarchy3"/>
    <dgm:cxn modelId="{34EECB66-8CEE-4B10-9168-946895ACAAF4}" type="presParOf" srcId="{5CEA4FAD-FF0A-47DC-A7A1-E04AE6684833}" destId="{3550AC27-B1D6-45B0-98A4-00C0F8189002}" srcOrd="1" destOrd="0" presId="urn:microsoft.com/office/officeart/2005/8/layout/hierarchy3"/>
    <dgm:cxn modelId="{81CE0D29-9211-4CFB-93CE-FFE7D413303D}" type="presParOf" srcId="{3550AC27-B1D6-45B0-98A4-00C0F8189002}" destId="{5193630E-C7F6-4D15-9255-0FA8B51F4167}" srcOrd="0" destOrd="0" presId="urn:microsoft.com/office/officeart/2005/8/layout/hierarchy3"/>
    <dgm:cxn modelId="{6E9B8430-99FB-418E-916B-1850B4E6D7C1}" type="presParOf" srcId="{3550AC27-B1D6-45B0-98A4-00C0F8189002}" destId="{89761A03-9DC7-4244-A79E-52EE1F09E9EC}" srcOrd="1" destOrd="0" presId="urn:microsoft.com/office/officeart/2005/8/layout/hierarchy3"/>
    <dgm:cxn modelId="{93AA836E-EC1E-4DF1-A9A6-011B3D146D74}" type="presParOf" srcId="{3550AC27-B1D6-45B0-98A4-00C0F8189002}" destId="{538B70EF-EF53-4D05-A0DC-EB1E5ED12202}" srcOrd="2" destOrd="0" presId="urn:microsoft.com/office/officeart/2005/8/layout/hierarchy3"/>
    <dgm:cxn modelId="{DE6AA7C2-B1FB-4AA6-A0EB-B5C229736FFD}" type="presParOf" srcId="{3550AC27-B1D6-45B0-98A4-00C0F8189002}" destId="{9A6FFA0A-B83F-4428-AB08-ECF0A2CED0DA}" srcOrd="3" destOrd="0" presId="urn:microsoft.com/office/officeart/2005/8/layout/hierarchy3"/>
    <dgm:cxn modelId="{F5874793-6879-46C8-AF88-6B06ACC0E53D}" type="presParOf" srcId="{3550AC27-B1D6-45B0-98A4-00C0F8189002}" destId="{72C11A5C-2FF0-4816-A4CD-CA9D91A3B3FE}" srcOrd="4" destOrd="0" presId="urn:microsoft.com/office/officeart/2005/8/layout/hierarchy3"/>
    <dgm:cxn modelId="{18B9FDBD-5C07-43C7-A5CB-FA6F50D90807}" type="presParOf" srcId="{3550AC27-B1D6-45B0-98A4-00C0F8189002}" destId="{C6CAFF54-D23E-40BC-8C2F-E3245B05D140}" srcOrd="5" destOrd="0" presId="urn:microsoft.com/office/officeart/2005/8/layout/hierarchy3"/>
    <dgm:cxn modelId="{65114007-BF60-496F-98CE-F94260E32902}" type="presParOf" srcId="{3550AC27-B1D6-45B0-98A4-00C0F8189002}" destId="{DDEA90B5-AFE4-4DBD-ADAA-42FDB29073DD}" srcOrd="6" destOrd="0" presId="urn:microsoft.com/office/officeart/2005/8/layout/hierarchy3"/>
    <dgm:cxn modelId="{BD00CFB9-1B19-4ADE-AA3F-CE55CB58B9B1}" type="presParOf" srcId="{3550AC27-B1D6-45B0-98A4-00C0F8189002}" destId="{6E36628C-46B3-4A36-8C2F-0235EF52CD06}" srcOrd="7" destOrd="0" presId="urn:microsoft.com/office/officeart/2005/8/layout/hierarchy3"/>
    <dgm:cxn modelId="{408E7355-0709-470C-BFB3-68AFF979C129}" type="presParOf" srcId="{3550AC27-B1D6-45B0-98A4-00C0F8189002}" destId="{FE2341D4-6FF9-4167-A110-42DB7CB3FD80}" srcOrd="8" destOrd="0" presId="urn:microsoft.com/office/officeart/2005/8/layout/hierarchy3"/>
    <dgm:cxn modelId="{F2F285EB-5427-4324-9E86-BC48B46D5A4B}" type="presParOf" srcId="{3550AC27-B1D6-45B0-98A4-00C0F8189002}" destId="{0DD926E5-3C74-40C5-9CD5-20D26F5093BD}" srcOrd="9" destOrd="0" presId="urn:microsoft.com/office/officeart/2005/8/layout/hierarchy3"/>
    <dgm:cxn modelId="{59DD8F4F-82B8-4578-A147-CF9233B0A810}" type="presParOf" srcId="{3550AC27-B1D6-45B0-98A4-00C0F8189002}" destId="{2BC86ACE-D779-4F57-B404-EF621D7245B8}" srcOrd="10" destOrd="0" presId="urn:microsoft.com/office/officeart/2005/8/layout/hierarchy3"/>
    <dgm:cxn modelId="{31C18136-A675-46FA-858A-9B3533679E04}" type="presParOf" srcId="{3550AC27-B1D6-45B0-98A4-00C0F8189002}" destId="{B2D88088-69A2-4E21-9EEA-F2CA9F314513}" srcOrd="11" destOrd="0" presId="urn:microsoft.com/office/officeart/2005/8/layout/hierarchy3"/>
    <dgm:cxn modelId="{72FD9E41-49F6-411D-A7BD-DC43856310E4}" type="presParOf" srcId="{772262E8-7259-4876-B11A-6E9BF2155BF4}" destId="{3BE3ABEA-1834-4D91-8007-94497A291BD7}" srcOrd="1" destOrd="0" presId="urn:microsoft.com/office/officeart/2005/8/layout/hierarchy3"/>
    <dgm:cxn modelId="{DE801460-FE94-42AB-BE53-BAD62E1A3E4A}" type="presParOf" srcId="{3BE3ABEA-1834-4D91-8007-94497A291BD7}" destId="{E843BEE5-E41B-4998-B0AF-A37ECBF08F1C}" srcOrd="0" destOrd="0" presId="urn:microsoft.com/office/officeart/2005/8/layout/hierarchy3"/>
    <dgm:cxn modelId="{1D01B339-71AD-4880-8E30-8E859A5D0368}" type="presParOf" srcId="{E843BEE5-E41B-4998-B0AF-A37ECBF08F1C}" destId="{CF5E6CBE-002A-4C1C-BF0C-4A82225A82FA}" srcOrd="0" destOrd="0" presId="urn:microsoft.com/office/officeart/2005/8/layout/hierarchy3"/>
    <dgm:cxn modelId="{FBB4BEA0-929A-4952-9249-79D27A9CD4CE}" type="presParOf" srcId="{E843BEE5-E41B-4998-B0AF-A37ECBF08F1C}" destId="{DFD1FAF7-B249-4391-AB1F-1B16F47A4A7F}" srcOrd="1" destOrd="0" presId="urn:microsoft.com/office/officeart/2005/8/layout/hierarchy3"/>
    <dgm:cxn modelId="{1C2C1B48-7149-4134-949D-B1EF64B3DC48}" type="presParOf" srcId="{3BE3ABEA-1834-4D91-8007-94497A291BD7}" destId="{64589450-D0EC-466B-BC06-E57EEAC9CABE}" srcOrd="1" destOrd="0" presId="urn:microsoft.com/office/officeart/2005/8/layout/hierarchy3"/>
    <dgm:cxn modelId="{AF3F25F3-37C0-4EAF-A8D7-8CBBE31C16CA}" type="presParOf" srcId="{64589450-D0EC-466B-BC06-E57EEAC9CABE}" destId="{10DF1276-4E64-4F6C-B27A-CA5BD2C3CF76}" srcOrd="0" destOrd="0" presId="urn:microsoft.com/office/officeart/2005/8/layout/hierarchy3"/>
    <dgm:cxn modelId="{A66C799F-E36D-45E1-875F-B7F87CC310B9}" type="presParOf" srcId="{64589450-D0EC-466B-BC06-E57EEAC9CABE}" destId="{6E77B070-54CA-452B-9373-BCAE0E9FAB8E}" srcOrd="1" destOrd="0" presId="urn:microsoft.com/office/officeart/2005/8/layout/hierarchy3"/>
    <dgm:cxn modelId="{074A0D7C-9A44-4653-B5F6-44C7DF0DCE77}" type="presParOf" srcId="{772262E8-7259-4876-B11A-6E9BF2155BF4}" destId="{AE97C169-CA0C-4A6C-8F2C-34C9276E213E}" srcOrd="2" destOrd="0" presId="urn:microsoft.com/office/officeart/2005/8/layout/hierarchy3"/>
    <dgm:cxn modelId="{E75DE940-AE41-4C38-8F9E-6F577278F3D8}" type="presParOf" srcId="{AE97C169-CA0C-4A6C-8F2C-34C9276E213E}" destId="{BF31193B-7A95-4692-9982-C80B1ECB8FB0}" srcOrd="0" destOrd="0" presId="urn:microsoft.com/office/officeart/2005/8/layout/hierarchy3"/>
    <dgm:cxn modelId="{BA65559C-A268-403A-82C5-09F5EF366282}" type="presParOf" srcId="{BF31193B-7A95-4692-9982-C80B1ECB8FB0}" destId="{5AA2E330-C7AD-445F-AF31-EC0012B8B9C0}" srcOrd="0" destOrd="0" presId="urn:microsoft.com/office/officeart/2005/8/layout/hierarchy3"/>
    <dgm:cxn modelId="{55A3E7BC-9AE8-40E3-A145-A8AAE8D049D3}" type="presParOf" srcId="{BF31193B-7A95-4692-9982-C80B1ECB8FB0}" destId="{98B5F4EE-2A03-4382-8C6C-8CF5A061BD92}" srcOrd="1" destOrd="0" presId="urn:microsoft.com/office/officeart/2005/8/layout/hierarchy3"/>
    <dgm:cxn modelId="{7F1872D4-9F49-4F2F-88DF-B7ECAAE51DB3}" type="presParOf" srcId="{AE97C169-CA0C-4A6C-8F2C-34C9276E213E}" destId="{7C5EFC06-3198-431E-8AA1-3067F8935691}" srcOrd="1" destOrd="0" presId="urn:microsoft.com/office/officeart/2005/8/layout/hierarchy3"/>
    <dgm:cxn modelId="{1E429F7C-8D64-4F97-87A9-0156B8CE56F5}" type="presParOf" srcId="{7C5EFC06-3198-431E-8AA1-3067F8935691}" destId="{53769084-2FA3-432C-9A18-2675DA964735}" srcOrd="0" destOrd="0" presId="urn:microsoft.com/office/officeart/2005/8/layout/hierarchy3"/>
    <dgm:cxn modelId="{465C1151-76A3-4130-A513-7AE9FC910F6E}" type="presParOf" srcId="{7C5EFC06-3198-431E-8AA1-3067F8935691}" destId="{0CF38854-24AF-40C1-991A-9E5A5E4DF7DF}" srcOrd="1" destOrd="0" presId="urn:microsoft.com/office/officeart/2005/8/layout/hierarchy3"/>
    <dgm:cxn modelId="{F6F94F73-240E-451F-AAE3-F5A1823593CF}" type="presParOf" srcId="{7C5EFC06-3198-431E-8AA1-3067F8935691}" destId="{1F0D260B-CFDC-4B48-8C33-D5CD6596EE72}" srcOrd="2" destOrd="0" presId="urn:microsoft.com/office/officeart/2005/8/layout/hierarchy3"/>
    <dgm:cxn modelId="{C5426EB8-A1C2-408B-A622-D519384FB080}" type="presParOf" srcId="{7C5EFC06-3198-431E-8AA1-3067F8935691}" destId="{91D52B66-15B9-4A55-AA2C-BFE86E0DE2A7}"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92B2AF-6F0C-473D-ABA2-C83497760AC2}" type="doc">
      <dgm:prSet loTypeId="urn:microsoft.com/office/officeart/2005/8/layout/hList1" loCatId="list" qsTypeId="urn:microsoft.com/office/officeart/2005/8/quickstyle/simple1#7" qsCatId="simple" csTypeId="urn:microsoft.com/office/officeart/2005/8/colors/accent1_2#16" csCatId="accent1" phldr="1"/>
      <dgm:spPr/>
      <dgm:t>
        <a:bodyPr/>
        <a:lstStyle/>
        <a:p>
          <a:endParaRPr lang="tr-TR"/>
        </a:p>
      </dgm:t>
    </dgm:pt>
    <dgm:pt modelId="{B46A6CFE-C05B-4F5B-8C17-497046E89762}">
      <dgm:prSet phldrT="[Metin]"/>
      <dgm:spPr/>
      <dgm:t>
        <a:bodyPr/>
        <a:lstStyle/>
        <a:p>
          <a:r>
            <a:rPr lang="tr-TR" dirty="0"/>
            <a:t>Kamu Hukuku</a:t>
          </a:r>
        </a:p>
      </dgm:t>
    </dgm:pt>
    <dgm:pt modelId="{1A8D56BC-99D0-43B1-97FF-02C1EB21CA98}" type="parTrans" cxnId="{1D6C93F4-0682-4419-804A-ED6881F1F4A5}">
      <dgm:prSet/>
      <dgm:spPr/>
      <dgm:t>
        <a:bodyPr/>
        <a:lstStyle/>
        <a:p>
          <a:endParaRPr lang="tr-TR"/>
        </a:p>
      </dgm:t>
    </dgm:pt>
    <dgm:pt modelId="{D35038D0-064B-4E83-BB6E-C7014F02779B}" type="sibTrans" cxnId="{1D6C93F4-0682-4419-804A-ED6881F1F4A5}">
      <dgm:prSet/>
      <dgm:spPr/>
      <dgm:t>
        <a:bodyPr/>
        <a:lstStyle/>
        <a:p>
          <a:endParaRPr lang="tr-TR"/>
        </a:p>
      </dgm:t>
    </dgm:pt>
    <dgm:pt modelId="{AF8488C2-116C-412B-9977-2F87DCDBA689}">
      <dgm:prSet phldrT="[Metin]"/>
      <dgm:spPr/>
      <dgm:t>
        <a:bodyPr/>
        <a:lstStyle/>
        <a:p>
          <a:r>
            <a:rPr lang="tr-TR" dirty="0"/>
            <a:t>Anayasa Hukuku</a:t>
          </a:r>
        </a:p>
      </dgm:t>
    </dgm:pt>
    <dgm:pt modelId="{F7CD2883-BCFC-4B1D-B434-0C17528123DF}" type="parTrans" cxnId="{1B9AA4E4-9278-4665-80C7-4F3F98B8DC37}">
      <dgm:prSet/>
      <dgm:spPr/>
      <dgm:t>
        <a:bodyPr/>
        <a:lstStyle/>
        <a:p>
          <a:endParaRPr lang="tr-TR"/>
        </a:p>
      </dgm:t>
    </dgm:pt>
    <dgm:pt modelId="{E2955D37-544E-4229-8CF7-77FE92369C8A}" type="sibTrans" cxnId="{1B9AA4E4-9278-4665-80C7-4F3F98B8DC37}">
      <dgm:prSet/>
      <dgm:spPr/>
      <dgm:t>
        <a:bodyPr/>
        <a:lstStyle/>
        <a:p>
          <a:endParaRPr lang="tr-TR"/>
        </a:p>
      </dgm:t>
    </dgm:pt>
    <dgm:pt modelId="{817AFF93-9CA6-4CB7-9EDB-FAE9BED27CE2}">
      <dgm:prSet phldrT="[Metin]"/>
      <dgm:spPr/>
      <dgm:t>
        <a:bodyPr/>
        <a:lstStyle/>
        <a:p>
          <a:r>
            <a:rPr lang="tr-TR" dirty="0"/>
            <a:t>İdare Hukuku</a:t>
          </a:r>
        </a:p>
      </dgm:t>
    </dgm:pt>
    <dgm:pt modelId="{D395A027-781C-48DB-A4A2-33C6BCA4CC79}" type="parTrans" cxnId="{85C2FA76-1936-4661-8848-D1678007E659}">
      <dgm:prSet/>
      <dgm:spPr/>
      <dgm:t>
        <a:bodyPr/>
        <a:lstStyle/>
        <a:p>
          <a:endParaRPr lang="tr-TR"/>
        </a:p>
      </dgm:t>
    </dgm:pt>
    <dgm:pt modelId="{526F41A8-37F8-4F5B-B15E-C8FB876A9136}" type="sibTrans" cxnId="{85C2FA76-1936-4661-8848-D1678007E659}">
      <dgm:prSet/>
      <dgm:spPr/>
      <dgm:t>
        <a:bodyPr/>
        <a:lstStyle/>
        <a:p>
          <a:endParaRPr lang="tr-TR"/>
        </a:p>
      </dgm:t>
    </dgm:pt>
    <dgm:pt modelId="{262D269D-EF91-4886-9E17-5B229BBF0B85}">
      <dgm:prSet phldrT="[Metin]"/>
      <dgm:spPr/>
      <dgm:t>
        <a:bodyPr/>
        <a:lstStyle/>
        <a:p>
          <a:r>
            <a:rPr lang="tr-TR" dirty="0"/>
            <a:t>Özel Hukuk</a:t>
          </a:r>
        </a:p>
      </dgm:t>
    </dgm:pt>
    <dgm:pt modelId="{65DD46F5-88DF-46F5-A1BD-70DEF64BA897}" type="parTrans" cxnId="{C60D0B04-AC3B-42DC-90B6-105CF55F6E58}">
      <dgm:prSet/>
      <dgm:spPr/>
      <dgm:t>
        <a:bodyPr/>
        <a:lstStyle/>
        <a:p>
          <a:endParaRPr lang="tr-TR"/>
        </a:p>
      </dgm:t>
    </dgm:pt>
    <dgm:pt modelId="{C60BADC5-BB00-42C3-9AAC-38F91AE99673}" type="sibTrans" cxnId="{C60D0B04-AC3B-42DC-90B6-105CF55F6E58}">
      <dgm:prSet/>
      <dgm:spPr/>
      <dgm:t>
        <a:bodyPr/>
        <a:lstStyle/>
        <a:p>
          <a:endParaRPr lang="tr-TR"/>
        </a:p>
      </dgm:t>
    </dgm:pt>
    <dgm:pt modelId="{09B92CD0-35B0-4D15-97AE-C36738A8C460}">
      <dgm:prSet phldrT="[Metin]"/>
      <dgm:spPr/>
      <dgm:t>
        <a:bodyPr/>
        <a:lstStyle/>
        <a:p>
          <a:r>
            <a:rPr lang="tr-TR" dirty="0"/>
            <a:t>Medeni Hukuku</a:t>
          </a:r>
        </a:p>
      </dgm:t>
    </dgm:pt>
    <dgm:pt modelId="{AB78E8FF-30FC-4B8D-B8D2-320646A70714}" type="parTrans" cxnId="{B93E7FF3-E5AF-43AB-8627-917CAC05312D}">
      <dgm:prSet/>
      <dgm:spPr/>
      <dgm:t>
        <a:bodyPr/>
        <a:lstStyle/>
        <a:p>
          <a:endParaRPr lang="tr-TR"/>
        </a:p>
      </dgm:t>
    </dgm:pt>
    <dgm:pt modelId="{F12D2745-ED3B-43FB-BD52-BFA0A230465B}" type="sibTrans" cxnId="{B93E7FF3-E5AF-43AB-8627-917CAC05312D}">
      <dgm:prSet/>
      <dgm:spPr/>
      <dgm:t>
        <a:bodyPr/>
        <a:lstStyle/>
        <a:p>
          <a:endParaRPr lang="tr-TR"/>
        </a:p>
      </dgm:t>
    </dgm:pt>
    <dgm:pt modelId="{235AF951-007E-47B7-88FD-1E635E9BC01E}">
      <dgm:prSet phldrT="[Metin]"/>
      <dgm:spPr/>
      <dgm:t>
        <a:bodyPr/>
        <a:lstStyle/>
        <a:p>
          <a:r>
            <a:rPr lang="tr-TR" dirty="0"/>
            <a:t>Ticaret Hukuku</a:t>
          </a:r>
        </a:p>
      </dgm:t>
    </dgm:pt>
    <dgm:pt modelId="{9C122B2B-8741-44DC-A0EF-005878B0520D}" type="parTrans" cxnId="{CB14D938-D2CE-4E27-8BBE-3D37EC8F0042}">
      <dgm:prSet/>
      <dgm:spPr/>
      <dgm:t>
        <a:bodyPr/>
        <a:lstStyle/>
        <a:p>
          <a:endParaRPr lang="tr-TR"/>
        </a:p>
      </dgm:t>
    </dgm:pt>
    <dgm:pt modelId="{A31D4DDC-27B7-45A8-8257-F391721DEE01}" type="sibTrans" cxnId="{CB14D938-D2CE-4E27-8BBE-3D37EC8F0042}">
      <dgm:prSet/>
      <dgm:spPr/>
      <dgm:t>
        <a:bodyPr/>
        <a:lstStyle/>
        <a:p>
          <a:endParaRPr lang="tr-TR"/>
        </a:p>
      </dgm:t>
    </dgm:pt>
    <dgm:pt modelId="{4F1B71A8-1791-43FC-9245-0169C2AECA42}">
      <dgm:prSet phldrT="[Metin]"/>
      <dgm:spPr/>
      <dgm:t>
        <a:bodyPr/>
        <a:lstStyle/>
        <a:p>
          <a:r>
            <a:rPr lang="tr-TR" dirty="0"/>
            <a:t>Karma Hukuk</a:t>
          </a:r>
        </a:p>
      </dgm:t>
    </dgm:pt>
    <dgm:pt modelId="{52AA3FBE-C3E6-47A1-A88A-FFC949ED26C8}" type="parTrans" cxnId="{93D5227D-5945-49E8-833E-A90ED768EA41}">
      <dgm:prSet/>
      <dgm:spPr/>
      <dgm:t>
        <a:bodyPr/>
        <a:lstStyle/>
        <a:p>
          <a:endParaRPr lang="tr-TR"/>
        </a:p>
      </dgm:t>
    </dgm:pt>
    <dgm:pt modelId="{894849D3-BDD1-4979-979A-D4A1CE4124B3}" type="sibTrans" cxnId="{93D5227D-5945-49E8-833E-A90ED768EA41}">
      <dgm:prSet/>
      <dgm:spPr/>
      <dgm:t>
        <a:bodyPr/>
        <a:lstStyle/>
        <a:p>
          <a:endParaRPr lang="tr-TR"/>
        </a:p>
      </dgm:t>
    </dgm:pt>
    <dgm:pt modelId="{B0E103A1-0F99-412B-A3E1-0A45FDD7B556}">
      <dgm:prSet phldrT="[Metin]"/>
      <dgm:spPr/>
      <dgm:t>
        <a:bodyPr/>
        <a:lstStyle/>
        <a:p>
          <a:r>
            <a:rPr lang="tr-TR" dirty="0"/>
            <a:t>Fikir ve Sanat Eserleri Hukuku</a:t>
          </a:r>
        </a:p>
      </dgm:t>
    </dgm:pt>
    <dgm:pt modelId="{404A8E3A-EE44-4565-80A0-E1F0DD5AC516}" type="parTrans" cxnId="{79B1CDCB-4A82-4054-9CBF-67FC39FB9B12}">
      <dgm:prSet/>
      <dgm:spPr/>
      <dgm:t>
        <a:bodyPr/>
        <a:lstStyle/>
        <a:p>
          <a:endParaRPr lang="tr-TR"/>
        </a:p>
      </dgm:t>
    </dgm:pt>
    <dgm:pt modelId="{55010FE2-5630-4A7B-9350-E73CCF1A0473}" type="sibTrans" cxnId="{79B1CDCB-4A82-4054-9CBF-67FC39FB9B12}">
      <dgm:prSet/>
      <dgm:spPr/>
      <dgm:t>
        <a:bodyPr/>
        <a:lstStyle/>
        <a:p>
          <a:endParaRPr lang="tr-TR"/>
        </a:p>
      </dgm:t>
    </dgm:pt>
    <dgm:pt modelId="{07EF029E-49BE-40A9-8021-C78C296E9F4F}">
      <dgm:prSet phldrT="[Metin]"/>
      <dgm:spPr/>
      <dgm:t>
        <a:bodyPr/>
        <a:lstStyle/>
        <a:p>
          <a:r>
            <a:rPr lang="tr-TR" dirty="0"/>
            <a:t>Ceza Hukuku</a:t>
          </a:r>
        </a:p>
      </dgm:t>
    </dgm:pt>
    <dgm:pt modelId="{57FEEAAC-4013-4B8A-97A7-DC8F0EB1F56C}" type="parTrans" cxnId="{91544812-7FE4-40BE-9C1B-F0B5DE3F9C6D}">
      <dgm:prSet/>
      <dgm:spPr/>
      <dgm:t>
        <a:bodyPr/>
        <a:lstStyle/>
        <a:p>
          <a:endParaRPr lang="tr-TR"/>
        </a:p>
      </dgm:t>
    </dgm:pt>
    <dgm:pt modelId="{A8477F82-286F-4C2E-9F71-F82D31A62C6F}" type="sibTrans" cxnId="{91544812-7FE4-40BE-9C1B-F0B5DE3F9C6D}">
      <dgm:prSet/>
      <dgm:spPr/>
      <dgm:t>
        <a:bodyPr/>
        <a:lstStyle/>
        <a:p>
          <a:endParaRPr lang="tr-TR"/>
        </a:p>
      </dgm:t>
    </dgm:pt>
    <dgm:pt modelId="{C13F9792-1B3B-46BA-8449-7A690E2E6651}">
      <dgm:prSet phldrT="[Metin]"/>
      <dgm:spPr/>
      <dgm:t>
        <a:bodyPr/>
        <a:lstStyle/>
        <a:p>
          <a:r>
            <a:rPr lang="tr-TR" dirty="0"/>
            <a:t>Vergi Hukuku</a:t>
          </a:r>
        </a:p>
      </dgm:t>
    </dgm:pt>
    <dgm:pt modelId="{7C444031-8E9E-40AA-A4D2-9F2E395B34EB}" type="parTrans" cxnId="{5FBEA0A0-908F-472A-BCE4-B1B3D1786D95}">
      <dgm:prSet/>
      <dgm:spPr/>
      <dgm:t>
        <a:bodyPr/>
        <a:lstStyle/>
        <a:p>
          <a:endParaRPr lang="tr-TR"/>
        </a:p>
      </dgm:t>
    </dgm:pt>
    <dgm:pt modelId="{2AA4A0EE-1376-45BB-BDA9-73AF1DCE6D6C}" type="sibTrans" cxnId="{5FBEA0A0-908F-472A-BCE4-B1B3D1786D95}">
      <dgm:prSet/>
      <dgm:spPr/>
      <dgm:t>
        <a:bodyPr/>
        <a:lstStyle/>
        <a:p>
          <a:endParaRPr lang="tr-TR"/>
        </a:p>
      </dgm:t>
    </dgm:pt>
    <dgm:pt modelId="{AB893B01-C4DB-43CB-9846-2F2893421054}">
      <dgm:prSet phldrT="[Metin]"/>
      <dgm:spPr/>
      <dgm:t>
        <a:bodyPr/>
        <a:lstStyle/>
        <a:p>
          <a:r>
            <a:rPr lang="tr-TR" dirty="0"/>
            <a:t>Yargılama Hukuku</a:t>
          </a:r>
        </a:p>
      </dgm:t>
    </dgm:pt>
    <dgm:pt modelId="{B411AA0E-9DA0-455A-92DE-BF848F920195}" type="parTrans" cxnId="{DDFD81D8-B054-4E29-8A53-58BF7CDFBB3F}">
      <dgm:prSet/>
      <dgm:spPr/>
      <dgm:t>
        <a:bodyPr/>
        <a:lstStyle/>
        <a:p>
          <a:endParaRPr lang="tr-TR"/>
        </a:p>
      </dgm:t>
    </dgm:pt>
    <dgm:pt modelId="{DB61DDD0-D4F1-4459-83E4-F5815C4CC9B6}" type="sibTrans" cxnId="{DDFD81D8-B054-4E29-8A53-58BF7CDFBB3F}">
      <dgm:prSet/>
      <dgm:spPr/>
      <dgm:t>
        <a:bodyPr/>
        <a:lstStyle/>
        <a:p>
          <a:endParaRPr lang="tr-TR"/>
        </a:p>
      </dgm:t>
    </dgm:pt>
    <dgm:pt modelId="{9AF030DD-799B-4BDF-9DEC-277F74BB1EE6}">
      <dgm:prSet phldrT="[Metin]"/>
      <dgm:spPr/>
      <dgm:t>
        <a:bodyPr/>
        <a:lstStyle/>
        <a:p>
          <a:r>
            <a:rPr lang="tr-TR" dirty="0"/>
            <a:t>Devletler Genel Hukuku</a:t>
          </a:r>
        </a:p>
      </dgm:t>
    </dgm:pt>
    <dgm:pt modelId="{4411A8E4-FE4B-4C0F-9EE0-36A694054320}" type="parTrans" cxnId="{3AF4C6BE-39C1-4F46-B521-486F39741636}">
      <dgm:prSet/>
      <dgm:spPr/>
      <dgm:t>
        <a:bodyPr/>
        <a:lstStyle/>
        <a:p>
          <a:endParaRPr lang="tr-TR"/>
        </a:p>
      </dgm:t>
    </dgm:pt>
    <dgm:pt modelId="{3020D94D-180D-4A93-83BE-08B75D7567B4}" type="sibTrans" cxnId="{3AF4C6BE-39C1-4F46-B521-486F39741636}">
      <dgm:prSet/>
      <dgm:spPr/>
      <dgm:t>
        <a:bodyPr/>
        <a:lstStyle/>
        <a:p>
          <a:endParaRPr lang="tr-TR"/>
        </a:p>
      </dgm:t>
    </dgm:pt>
    <dgm:pt modelId="{720EE4F7-777E-4504-9B21-4C0A143CFD21}">
      <dgm:prSet phldrT="[Metin]"/>
      <dgm:spPr/>
      <dgm:t>
        <a:bodyPr/>
        <a:lstStyle/>
        <a:p>
          <a:r>
            <a:rPr lang="tr-TR" dirty="0"/>
            <a:t>Borçlar Hukuku</a:t>
          </a:r>
        </a:p>
      </dgm:t>
    </dgm:pt>
    <dgm:pt modelId="{55470ECE-95A5-483F-B906-4993DC12B0D1}" type="parTrans" cxnId="{41DEB281-F60D-4796-9A35-4B4917FB6984}">
      <dgm:prSet/>
      <dgm:spPr/>
      <dgm:t>
        <a:bodyPr/>
        <a:lstStyle/>
        <a:p>
          <a:endParaRPr lang="tr-TR"/>
        </a:p>
      </dgm:t>
    </dgm:pt>
    <dgm:pt modelId="{DA6B2BDE-08A0-4057-B682-0F3484FA6D92}" type="sibTrans" cxnId="{41DEB281-F60D-4796-9A35-4B4917FB6984}">
      <dgm:prSet/>
      <dgm:spPr/>
      <dgm:t>
        <a:bodyPr/>
        <a:lstStyle/>
        <a:p>
          <a:endParaRPr lang="tr-TR"/>
        </a:p>
      </dgm:t>
    </dgm:pt>
    <dgm:pt modelId="{C0901AD6-3B73-42E0-A425-4239C6F40FBD}">
      <dgm:prSet phldrT="[Metin]"/>
      <dgm:spPr/>
      <dgm:t>
        <a:bodyPr/>
        <a:lstStyle/>
        <a:p>
          <a:r>
            <a:rPr lang="tr-TR" dirty="0"/>
            <a:t>Devletler Özel Hukuku</a:t>
          </a:r>
        </a:p>
      </dgm:t>
    </dgm:pt>
    <dgm:pt modelId="{0B46A23D-C9DC-49BA-8056-17A0414B3998}" type="parTrans" cxnId="{D137427F-E840-4F4A-B5B4-ECB1FCD2D00E}">
      <dgm:prSet/>
      <dgm:spPr/>
      <dgm:t>
        <a:bodyPr/>
        <a:lstStyle/>
        <a:p>
          <a:endParaRPr lang="tr-TR"/>
        </a:p>
      </dgm:t>
    </dgm:pt>
    <dgm:pt modelId="{93931400-DB3C-4B3B-8B41-977F986E3DAC}" type="sibTrans" cxnId="{D137427F-E840-4F4A-B5B4-ECB1FCD2D00E}">
      <dgm:prSet/>
      <dgm:spPr/>
      <dgm:t>
        <a:bodyPr/>
        <a:lstStyle/>
        <a:p>
          <a:endParaRPr lang="tr-TR"/>
        </a:p>
      </dgm:t>
    </dgm:pt>
    <dgm:pt modelId="{33CF01F6-1E44-4243-9BC3-8774128837E8}">
      <dgm:prSet phldrT="[Metin]"/>
      <dgm:spPr/>
      <dgm:t>
        <a:bodyPr/>
        <a:lstStyle/>
        <a:p>
          <a:r>
            <a:rPr lang="tr-TR" dirty="0"/>
            <a:t>İş Hukuku</a:t>
          </a:r>
        </a:p>
      </dgm:t>
    </dgm:pt>
    <dgm:pt modelId="{9589AF10-7162-468D-830C-6940A1B502E4}" type="parTrans" cxnId="{E98D0F3D-44E7-4900-B141-4683CE4FF8FD}">
      <dgm:prSet/>
      <dgm:spPr/>
      <dgm:t>
        <a:bodyPr/>
        <a:lstStyle/>
        <a:p>
          <a:endParaRPr lang="tr-TR"/>
        </a:p>
      </dgm:t>
    </dgm:pt>
    <dgm:pt modelId="{C18165BE-D248-4686-9ED1-C8363DBA15AC}" type="sibTrans" cxnId="{E98D0F3D-44E7-4900-B141-4683CE4FF8FD}">
      <dgm:prSet/>
      <dgm:spPr/>
      <dgm:t>
        <a:bodyPr/>
        <a:lstStyle/>
        <a:p>
          <a:endParaRPr lang="tr-TR"/>
        </a:p>
      </dgm:t>
    </dgm:pt>
    <dgm:pt modelId="{1B0FF710-E400-4D0D-93B4-73468CB3003E}">
      <dgm:prSet phldrT="[Metin]"/>
      <dgm:spPr/>
      <dgm:t>
        <a:bodyPr/>
        <a:lstStyle/>
        <a:p>
          <a:r>
            <a:rPr lang="tr-TR" dirty="0"/>
            <a:t>Bankacılık Hukuku </a:t>
          </a:r>
        </a:p>
      </dgm:t>
    </dgm:pt>
    <dgm:pt modelId="{E2A7FD78-2599-4CF7-A20B-415C52913A06}" type="parTrans" cxnId="{85B95D07-9FE6-4FB1-B452-2076C490E9F8}">
      <dgm:prSet/>
      <dgm:spPr/>
      <dgm:t>
        <a:bodyPr/>
        <a:lstStyle/>
        <a:p>
          <a:endParaRPr lang="tr-TR"/>
        </a:p>
      </dgm:t>
    </dgm:pt>
    <dgm:pt modelId="{D3B852C9-D953-4189-9F37-7A994128692E}" type="sibTrans" cxnId="{85B95D07-9FE6-4FB1-B452-2076C490E9F8}">
      <dgm:prSet/>
      <dgm:spPr/>
      <dgm:t>
        <a:bodyPr/>
        <a:lstStyle/>
        <a:p>
          <a:endParaRPr lang="tr-TR"/>
        </a:p>
      </dgm:t>
    </dgm:pt>
    <dgm:pt modelId="{A8B43547-3210-425A-BE02-5EDD5B1D6F94}">
      <dgm:prSet phldrT="[Metin]"/>
      <dgm:spPr/>
      <dgm:t>
        <a:bodyPr/>
        <a:lstStyle/>
        <a:p>
          <a:r>
            <a:rPr lang="tr-TR" dirty="0"/>
            <a:t>İletişim Hukuku</a:t>
          </a:r>
        </a:p>
      </dgm:t>
    </dgm:pt>
    <dgm:pt modelId="{034AAEBB-F026-44BD-8C5C-5FAFD287DE0A}" type="parTrans" cxnId="{CA50AE34-C56B-4D79-BF1D-0FC420DFB603}">
      <dgm:prSet/>
      <dgm:spPr/>
      <dgm:t>
        <a:bodyPr/>
        <a:lstStyle/>
        <a:p>
          <a:endParaRPr lang="tr-TR"/>
        </a:p>
      </dgm:t>
    </dgm:pt>
    <dgm:pt modelId="{1B80EA81-CF9F-4947-B679-377CD37DF4E7}" type="sibTrans" cxnId="{CA50AE34-C56B-4D79-BF1D-0FC420DFB603}">
      <dgm:prSet/>
      <dgm:spPr/>
      <dgm:t>
        <a:bodyPr/>
        <a:lstStyle/>
        <a:p>
          <a:endParaRPr lang="tr-TR"/>
        </a:p>
      </dgm:t>
    </dgm:pt>
    <dgm:pt modelId="{0AD51CDF-3E2B-42F8-B774-FF592CA868DC}" type="pres">
      <dgm:prSet presAssocID="{9592B2AF-6F0C-473D-ABA2-C83497760AC2}" presName="Name0" presStyleCnt="0">
        <dgm:presLayoutVars>
          <dgm:dir/>
          <dgm:animLvl val="lvl"/>
          <dgm:resizeHandles val="exact"/>
        </dgm:presLayoutVars>
      </dgm:prSet>
      <dgm:spPr/>
    </dgm:pt>
    <dgm:pt modelId="{3A052550-C173-4A96-8E98-E5ECC9B6ED53}" type="pres">
      <dgm:prSet presAssocID="{B46A6CFE-C05B-4F5B-8C17-497046E89762}" presName="composite" presStyleCnt="0"/>
      <dgm:spPr/>
    </dgm:pt>
    <dgm:pt modelId="{4947070C-FA50-4B33-90BB-D5D7E8325E68}" type="pres">
      <dgm:prSet presAssocID="{B46A6CFE-C05B-4F5B-8C17-497046E89762}" presName="parTx" presStyleLbl="alignNode1" presStyleIdx="0" presStyleCnt="3">
        <dgm:presLayoutVars>
          <dgm:chMax val="0"/>
          <dgm:chPref val="0"/>
          <dgm:bulletEnabled val="1"/>
        </dgm:presLayoutVars>
      </dgm:prSet>
      <dgm:spPr/>
    </dgm:pt>
    <dgm:pt modelId="{28248329-34E7-4141-88DF-3BCEBFD9BAEB}" type="pres">
      <dgm:prSet presAssocID="{B46A6CFE-C05B-4F5B-8C17-497046E89762}" presName="desTx" presStyleLbl="alignAccFollowNode1" presStyleIdx="0" presStyleCnt="3">
        <dgm:presLayoutVars>
          <dgm:bulletEnabled val="1"/>
        </dgm:presLayoutVars>
      </dgm:prSet>
      <dgm:spPr/>
    </dgm:pt>
    <dgm:pt modelId="{1E36E921-6DC7-412C-A5CB-5276646BFBA9}" type="pres">
      <dgm:prSet presAssocID="{D35038D0-064B-4E83-BB6E-C7014F02779B}" presName="space" presStyleCnt="0"/>
      <dgm:spPr/>
    </dgm:pt>
    <dgm:pt modelId="{CB9EBADD-B789-478C-8E13-0C94BCAD2AF5}" type="pres">
      <dgm:prSet presAssocID="{262D269D-EF91-4886-9E17-5B229BBF0B85}" presName="composite" presStyleCnt="0"/>
      <dgm:spPr/>
    </dgm:pt>
    <dgm:pt modelId="{57116443-3FCB-4A4A-8106-2EB0641EC482}" type="pres">
      <dgm:prSet presAssocID="{262D269D-EF91-4886-9E17-5B229BBF0B85}" presName="parTx" presStyleLbl="alignNode1" presStyleIdx="1" presStyleCnt="3">
        <dgm:presLayoutVars>
          <dgm:chMax val="0"/>
          <dgm:chPref val="0"/>
          <dgm:bulletEnabled val="1"/>
        </dgm:presLayoutVars>
      </dgm:prSet>
      <dgm:spPr/>
    </dgm:pt>
    <dgm:pt modelId="{317F7233-A308-48BB-BB71-FA374085CC63}" type="pres">
      <dgm:prSet presAssocID="{262D269D-EF91-4886-9E17-5B229BBF0B85}" presName="desTx" presStyleLbl="alignAccFollowNode1" presStyleIdx="1" presStyleCnt="3">
        <dgm:presLayoutVars>
          <dgm:bulletEnabled val="1"/>
        </dgm:presLayoutVars>
      </dgm:prSet>
      <dgm:spPr/>
    </dgm:pt>
    <dgm:pt modelId="{7F0957B4-CB28-47A4-AEAC-50A0F4446AE4}" type="pres">
      <dgm:prSet presAssocID="{C60BADC5-BB00-42C3-9AAC-38F91AE99673}" presName="space" presStyleCnt="0"/>
      <dgm:spPr/>
    </dgm:pt>
    <dgm:pt modelId="{42ABD075-6CBD-4D71-AC07-10C6C523B995}" type="pres">
      <dgm:prSet presAssocID="{4F1B71A8-1791-43FC-9245-0169C2AECA42}" presName="composite" presStyleCnt="0"/>
      <dgm:spPr/>
    </dgm:pt>
    <dgm:pt modelId="{C663F8A9-5D28-47F3-B368-36D9028FD30E}" type="pres">
      <dgm:prSet presAssocID="{4F1B71A8-1791-43FC-9245-0169C2AECA42}" presName="parTx" presStyleLbl="alignNode1" presStyleIdx="2" presStyleCnt="3">
        <dgm:presLayoutVars>
          <dgm:chMax val="0"/>
          <dgm:chPref val="0"/>
          <dgm:bulletEnabled val="1"/>
        </dgm:presLayoutVars>
      </dgm:prSet>
      <dgm:spPr/>
    </dgm:pt>
    <dgm:pt modelId="{D900D550-53D9-4126-A367-FCFC2CDA6310}" type="pres">
      <dgm:prSet presAssocID="{4F1B71A8-1791-43FC-9245-0169C2AECA42}" presName="desTx" presStyleLbl="alignAccFollowNode1" presStyleIdx="2" presStyleCnt="3">
        <dgm:presLayoutVars>
          <dgm:bulletEnabled val="1"/>
        </dgm:presLayoutVars>
      </dgm:prSet>
      <dgm:spPr/>
    </dgm:pt>
  </dgm:ptLst>
  <dgm:cxnLst>
    <dgm:cxn modelId="{C60D0B04-AC3B-42DC-90B6-105CF55F6E58}" srcId="{9592B2AF-6F0C-473D-ABA2-C83497760AC2}" destId="{262D269D-EF91-4886-9E17-5B229BBF0B85}" srcOrd="1" destOrd="0" parTransId="{65DD46F5-88DF-46F5-A1BD-70DEF64BA897}" sibTransId="{C60BADC5-BB00-42C3-9AAC-38F91AE99673}"/>
    <dgm:cxn modelId="{85B95D07-9FE6-4FB1-B452-2076C490E9F8}" srcId="{4F1B71A8-1791-43FC-9245-0169C2AECA42}" destId="{1B0FF710-E400-4D0D-93B4-73468CB3003E}" srcOrd="3" destOrd="0" parTransId="{E2A7FD78-2599-4CF7-A20B-415C52913A06}" sibTransId="{D3B852C9-D953-4189-9F37-7A994128692E}"/>
    <dgm:cxn modelId="{B8AD5A0A-5B94-45F9-B7C9-269CA5B3A79D}" type="presOf" srcId="{817AFF93-9CA6-4CB7-9EDB-FAE9BED27CE2}" destId="{28248329-34E7-4141-88DF-3BCEBFD9BAEB}" srcOrd="0" destOrd="1" presId="urn:microsoft.com/office/officeart/2005/8/layout/hList1"/>
    <dgm:cxn modelId="{91544812-7FE4-40BE-9C1B-F0B5DE3F9C6D}" srcId="{B46A6CFE-C05B-4F5B-8C17-497046E89762}" destId="{07EF029E-49BE-40A9-8021-C78C296E9F4F}" srcOrd="2" destOrd="0" parTransId="{57FEEAAC-4013-4B8A-97A7-DC8F0EB1F56C}" sibTransId="{A8477F82-286F-4C2E-9F71-F82D31A62C6F}"/>
    <dgm:cxn modelId="{B741D414-E1D3-441F-A6E2-FB28BCB92B04}" type="presOf" srcId="{AF8488C2-116C-412B-9977-2F87DCDBA689}" destId="{28248329-34E7-4141-88DF-3BCEBFD9BAEB}" srcOrd="0" destOrd="0" presId="urn:microsoft.com/office/officeart/2005/8/layout/hList1"/>
    <dgm:cxn modelId="{E9BF9B1E-8642-4176-81E9-DA42865EF7B1}" type="presOf" srcId="{720EE4F7-777E-4504-9B21-4C0A143CFD21}" destId="{317F7233-A308-48BB-BB71-FA374085CC63}" srcOrd="0" destOrd="1" presId="urn:microsoft.com/office/officeart/2005/8/layout/hList1"/>
    <dgm:cxn modelId="{CA50AE34-C56B-4D79-BF1D-0FC420DFB603}" srcId="{4F1B71A8-1791-43FC-9245-0169C2AECA42}" destId="{A8B43547-3210-425A-BE02-5EDD5B1D6F94}" srcOrd="1" destOrd="0" parTransId="{034AAEBB-F026-44BD-8C5C-5FAFD287DE0A}" sibTransId="{1B80EA81-CF9F-4947-B679-377CD37DF4E7}"/>
    <dgm:cxn modelId="{CB14D938-D2CE-4E27-8BBE-3D37EC8F0042}" srcId="{262D269D-EF91-4886-9E17-5B229BBF0B85}" destId="{235AF951-007E-47B7-88FD-1E635E9BC01E}" srcOrd="2" destOrd="0" parTransId="{9C122B2B-8741-44DC-A0EF-005878B0520D}" sibTransId="{A31D4DDC-27B7-45A8-8257-F391721DEE01}"/>
    <dgm:cxn modelId="{E98D0F3D-44E7-4900-B141-4683CE4FF8FD}" srcId="{4F1B71A8-1791-43FC-9245-0169C2AECA42}" destId="{33CF01F6-1E44-4243-9BC3-8774128837E8}" srcOrd="2" destOrd="0" parTransId="{9589AF10-7162-468D-830C-6940A1B502E4}" sibTransId="{C18165BE-D248-4686-9ED1-C8363DBA15AC}"/>
    <dgm:cxn modelId="{8C83313E-0EBD-4B19-B5E2-6F5215786415}" type="presOf" srcId="{262D269D-EF91-4886-9E17-5B229BBF0B85}" destId="{57116443-3FCB-4A4A-8106-2EB0641EC482}" srcOrd="0" destOrd="0" presId="urn:microsoft.com/office/officeart/2005/8/layout/hList1"/>
    <dgm:cxn modelId="{C7FAAE5F-D936-45B2-8B79-5E76A5987326}" type="presOf" srcId="{33CF01F6-1E44-4243-9BC3-8774128837E8}" destId="{D900D550-53D9-4126-A367-FCFC2CDA6310}" srcOrd="0" destOrd="2" presId="urn:microsoft.com/office/officeart/2005/8/layout/hList1"/>
    <dgm:cxn modelId="{7FE4F666-14F6-42D4-BD50-36BEDC905241}" type="presOf" srcId="{1B0FF710-E400-4D0D-93B4-73468CB3003E}" destId="{D900D550-53D9-4126-A367-FCFC2CDA6310}" srcOrd="0" destOrd="3" presId="urn:microsoft.com/office/officeart/2005/8/layout/hList1"/>
    <dgm:cxn modelId="{85C2FA76-1936-4661-8848-D1678007E659}" srcId="{B46A6CFE-C05B-4F5B-8C17-497046E89762}" destId="{817AFF93-9CA6-4CB7-9EDB-FAE9BED27CE2}" srcOrd="1" destOrd="0" parTransId="{D395A027-781C-48DB-A4A2-33C6BCA4CC79}" sibTransId="{526F41A8-37F8-4F5B-B15E-C8FB876A9136}"/>
    <dgm:cxn modelId="{F7475B78-5B34-42DC-A0DC-28D93FB4AF33}" type="presOf" srcId="{9AF030DD-799B-4BDF-9DEC-277F74BB1EE6}" destId="{28248329-34E7-4141-88DF-3BCEBFD9BAEB}" srcOrd="0" destOrd="5" presId="urn:microsoft.com/office/officeart/2005/8/layout/hList1"/>
    <dgm:cxn modelId="{93D5227D-5945-49E8-833E-A90ED768EA41}" srcId="{9592B2AF-6F0C-473D-ABA2-C83497760AC2}" destId="{4F1B71A8-1791-43FC-9245-0169C2AECA42}" srcOrd="2" destOrd="0" parTransId="{52AA3FBE-C3E6-47A1-A88A-FFC949ED26C8}" sibTransId="{894849D3-BDD1-4979-979A-D4A1CE4124B3}"/>
    <dgm:cxn modelId="{D137427F-E840-4F4A-B5B4-ECB1FCD2D00E}" srcId="{262D269D-EF91-4886-9E17-5B229BBF0B85}" destId="{C0901AD6-3B73-42E0-A425-4239C6F40FBD}" srcOrd="3" destOrd="0" parTransId="{0B46A23D-C9DC-49BA-8056-17A0414B3998}" sibTransId="{93931400-DB3C-4B3B-8B41-977F986E3DAC}"/>
    <dgm:cxn modelId="{41DEB281-F60D-4796-9A35-4B4917FB6984}" srcId="{262D269D-EF91-4886-9E17-5B229BBF0B85}" destId="{720EE4F7-777E-4504-9B21-4C0A143CFD21}" srcOrd="1" destOrd="0" parTransId="{55470ECE-95A5-483F-B906-4993DC12B0D1}" sibTransId="{DA6B2BDE-08A0-4057-B682-0F3484FA6D92}"/>
    <dgm:cxn modelId="{5FBEA0A0-908F-472A-BCE4-B1B3D1786D95}" srcId="{B46A6CFE-C05B-4F5B-8C17-497046E89762}" destId="{C13F9792-1B3B-46BA-8449-7A690E2E6651}" srcOrd="3" destOrd="0" parTransId="{7C444031-8E9E-40AA-A4D2-9F2E395B34EB}" sibTransId="{2AA4A0EE-1376-45BB-BDA9-73AF1DCE6D6C}"/>
    <dgm:cxn modelId="{7AB13BA9-9CCB-4487-99E8-D348D49B067F}" type="presOf" srcId="{C0901AD6-3B73-42E0-A425-4239C6F40FBD}" destId="{317F7233-A308-48BB-BB71-FA374085CC63}" srcOrd="0" destOrd="3" presId="urn:microsoft.com/office/officeart/2005/8/layout/hList1"/>
    <dgm:cxn modelId="{3AF4C6BE-39C1-4F46-B521-486F39741636}" srcId="{B46A6CFE-C05B-4F5B-8C17-497046E89762}" destId="{9AF030DD-799B-4BDF-9DEC-277F74BB1EE6}" srcOrd="5" destOrd="0" parTransId="{4411A8E4-FE4B-4C0F-9EE0-36A694054320}" sibTransId="{3020D94D-180D-4A93-83BE-08B75D7567B4}"/>
    <dgm:cxn modelId="{021093C2-FABD-443D-B3CE-9495804EDE0C}" type="presOf" srcId="{B0E103A1-0F99-412B-A3E1-0A45FDD7B556}" destId="{D900D550-53D9-4126-A367-FCFC2CDA6310}" srcOrd="0" destOrd="0" presId="urn:microsoft.com/office/officeart/2005/8/layout/hList1"/>
    <dgm:cxn modelId="{B61625C5-74A5-4099-A965-3E4F8FBC91C1}" type="presOf" srcId="{A8B43547-3210-425A-BE02-5EDD5B1D6F94}" destId="{D900D550-53D9-4126-A367-FCFC2CDA6310}" srcOrd="0" destOrd="1" presId="urn:microsoft.com/office/officeart/2005/8/layout/hList1"/>
    <dgm:cxn modelId="{A76CE4C9-27B2-4778-BCB9-350E42626A44}" type="presOf" srcId="{07EF029E-49BE-40A9-8021-C78C296E9F4F}" destId="{28248329-34E7-4141-88DF-3BCEBFD9BAEB}" srcOrd="0" destOrd="2" presId="urn:microsoft.com/office/officeart/2005/8/layout/hList1"/>
    <dgm:cxn modelId="{79B1CDCB-4A82-4054-9CBF-67FC39FB9B12}" srcId="{4F1B71A8-1791-43FC-9245-0169C2AECA42}" destId="{B0E103A1-0F99-412B-A3E1-0A45FDD7B556}" srcOrd="0" destOrd="0" parTransId="{404A8E3A-EE44-4565-80A0-E1F0DD5AC516}" sibTransId="{55010FE2-5630-4A7B-9350-E73CCF1A0473}"/>
    <dgm:cxn modelId="{022D40CD-FA42-4757-8450-B497F6751EFB}" type="presOf" srcId="{235AF951-007E-47B7-88FD-1E635E9BC01E}" destId="{317F7233-A308-48BB-BB71-FA374085CC63}" srcOrd="0" destOrd="2" presId="urn:microsoft.com/office/officeart/2005/8/layout/hList1"/>
    <dgm:cxn modelId="{153E28D0-1F6C-4AB1-AC8D-EF54FE3D2984}" type="presOf" srcId="{09B92CD0-35B0-4D15-97AE-C36738A8C460}" destId="{317F7233-A308-48BB-BB71-FA374085CC63}" srcOrd="0" destOrd="0" presId="urn:microsoft.com/office/officeart/2005/8/layout/hList1"/>
    <dgm:cxn modelId="{4A0C5FD1-F0DB-4ED5-86BD-0F0E62611553}" type="presOf" srcId="{B46A6CFE-C05B-4F5B-8C17-497046E89762}" destId="{4947070C-FA50-4B33-90BB-D5D7E8325E68}" srcOrd="0" destOrd="0" presId="urn:microsoft.com/office/officeart/2005/8/layout/hList1"/>
    <dgm:cxn modelId="{B98C1ED7-1055-47BB-9B2E-76A3FC4FCC53}" type="presOf" srcId="{4F1B71A8-1791-43FC-9245-0169C2AECA42}" destId="{C663F8A9-5D28-47F3-B368-36D9028FD30E}" srcOrd="0" destOrd="0" presId="urn:microsoft.com/office/officeart/2005/8/layout/hList1"/>
    <dgm:cxn modelId="{DEF61CD8-691A-4722-89AB-E07A268B962A}" type="presOf" srcId="{C13F9792-1B3B-46BA-8449-7A690E2E6651}" destId="{28248329-34E7-4141-88DF-3BCEBFD9BAEB}" srcOrd="0" destOrd="3" presId="urn:microsoft.com/office/officeart/2005/8/layout/hList1"/>
    <dgm:cxn modelId="{DDFD81D8-B054-4E29-8A53-58BF7CDFBB3F}" srcId="{B46A6CFE-C05B-4F5B-8C17-497046E89762}" destId="{AB893B01-C4DB-43CB-9846-2F2893421054}" srcOrd="4" destOrd="0" parTransId="{B411AA0E-9DA0-455A-92DE-BF848F920195}" sibTransId="{DB61DDD0-D4F1-4459-83E4-F5815C4CC9B6}"/>
    <dgm:cxn modelId="{1B9AA4E4-9278-4665-80C7-4F3F98B8DC37}" srcId="{B46A6CFE-C05B-4F5B-8C17-497046E89762}" destId="{AF8488C2-116C-412B-9977-2F87DCDBA689}" srcOrd="0" destOrd="0" parTransId="{F7CD2883-BCFC-4B1D-B434-0C17528123DF}" sibTransId="{E2955D37-544E-4229-8CF7-77FE92369C8A}"/>
    <dgm:cxn modelId="{11F8CFE5-C21A-4CDC-AA8D-BCE0ED302729}" type="presOf" srcId="{AB893B01-C4DB-43CB-9846-2F2893421054}" destId="{28248329-34E7-4141-88DF-3BCEBFD9BAEB}" srcOrd="0" destOrd="4" presId="urn:microsoft.com/office/officeart/2005/8/layout/hList1"/>
    <dgm:cxn modelId="{B93E7FF3-E5AF-43AB-8627-917CAC05312D}" srcId="{262D269D-EF91-4886-9E17-5B229BBF0B85}" destId="{09B92CD0-35B0-4D15-97AE-C36738A8C460}" srcOrd="0" destOrd="0" parTransId="{AB78E8FF-30FC-4B8D-B8D2-320646A70714}" sibTransId="{F12D2745-ED3B-43FB-BD52-BFA0A230465B}"/>
    <dgm:cxn modelId="{E9DB68F4-EE7F-46C4-91E0-D2E7ED433EE4}" type="presOf" srcId="{9592B2AF-6F0C-473D-ABA2-C83497760AC2}" destId="{0AD51CDF-3E2B-42F8-B774-FF592CA868DC}" srcOrd="0" destOrd="0" presId="urn:microsoft.com/office/officeart/2005/8/layout/hList1"/>
    <dgm:cxn modelId="{1D6C93F4-0682-4419-804A-ED6881F1F4A5}" srcId="{9592B2AF-6F0C-473D-ABA2-C83497760AC2}" destId="{B46A6CFE-C05B-4F5B-8C17-497046E89762}" srcOrd="0" destOrd="0" parTransId="{1A8D56BC-99D0-43B1-97FF-02C1EB21CA98}" sibTransId="{D35038D0-064B-4E83-BB6E-C7014F02779B}"/>
    <dgm:cxn modelId="{95654811-6F3B-4E4F-A168-BEFFAB0D8FA4}" type="presParOf" srcId="{0AD51CDF-3E2B-42F8-B774-FF592CA868DC}" destId="{3A052550-C173-4A96-8E98-E5ECC9B6ED53}" srcOrd="0" destOrd="0" presId="urn:microsoft.com/office/officeart/2005/8/layout/hList1"/>
    <dgm:cxn modelId="{C36B77E1-1B5D-4C01-843A-A000D97B0F3A}" type="presParOf" srcId="{3A052550-C173-4A96-8E98-E5ECC9B6ED53}" destId="{4947070C-FA50-4B33-90BB-D5D7E8325E68}" srcOrd="0" destOrd="0" presId="urn:microsoft.com/office/officeart/2005/8/layout/hList1"/>
    <dgm:cxn modelId="{6562D774-6106-411C-A6AC-81D815D9CE4F}" type="presParOf" srcId="{3A052550-C173-4A96-8E98-E5ECC9B6ED53}" destId="{28248329-34E7-4141-88DF-3BCEBFD9BAEB}" srcOrd="1" destOrd="0" presId="urn:microsoft.com/office/officeart/2005/8/layout/hList1"/>
    <dgm:cxn modelId="{FD8B0005-385A-4536-A56F-A15866D51C22}" type="presParOf" srcId="{0AD51CDF-3E2B-42F8-B774-FF592CA868DC}" destId="{1E36E921-6DC7-412C-A5CB-5276646BFBA9}" srcOrd="1" destOrd="0" presId="urn:microsoft.com/office/officeart/2005/8/layout/hList1"/>
    <dgm:cxn modelId="{BD644D99-9639-462E-9D3A-61E969662B00}" type="presParOf" srcId="{0AD51CDF-3E2B-42F8-B774-FF592CA868DC}" destId="{CB9EBADD-B789-478C-8E13-0C94BCAD2AF5}" srcOrd="2" destOrd="0" presId="urn:microsoft.com/office/officeart/2005/8/layout/hList1"/>
    <dgm:cxn modelId="{D81F0C49-D3DE-4CC5-93E1-7E90CD764C85}" type="presParOf" srcId="{CB9EBADD-B789-478C-8E13-0C94BCAD2AF5}" destId="{57116443-3FCB-4A4A-8106-2EB0641EC482}" srcOrd="0" destOrd="0" presId="urn:microsoft.com/office/officeart/2005/8/layout/hList1"/>
    <dgm:cxn modelId="{2FBF2446-52D8-4722-803B-B93EFFC41941}" type="presParOf" srcId="{CB9EBADD-B789-478C-8E13-0C94BCAD2AF5}" destId="{317F7233-A308-48BB-BB71-FA374085CC63}" srcOrd="1" destOrd="0" presId="urn:microsoft.com/office/officeart/2005/8/layout/hList1"/>
    <dgm:cxn modelId="{50E89E7C-CDF6-4BA2-B0A6-AF92F0611E14}" type="presParOf" srcId="{0AD51CDF-3E2B-42F8-B774-FF592CA868DC}" destId="{7F0957B4-CB28-47A4-AEAC-50A0F4446AE4}" srcOrd="3" destOrd="0" presId="urn:microsoft.com/office/officeart/2005/8/layout/hList1"/>
    <dgm:cxn modelId="{9A93019D-23D8-4A4A-97F7-CC69B39E9B9F}" type="presParOf" srcId="{0AD51CDF-3E2B-42F8-B774-FF592CA868DC}" destId="{42ABD075-6CBD-4D71-AC07-10C6C523B995}" srcOrd="4" destOrd="0" presId="urn:microsoft.com/office/officeart/2005/8/layout/hList1"/>
    <dgm:cxn modelId="{31A4BAE8-942B-4AF0-9D4D-D81E31EBD6F8}" type="presParOf" srcId="{42ABD075-6CBD-4D71-AC07-10C6C523B995}" destId="{C663F8A9-5D28-47F3-B368-36D9028FD30E}" srcOrd="0" destOrd="0" presId="urn:microsoft.com/office/officeart/2005/8/layout/hList1"/>
    <dgm:cxn modelId="{41E1C1A8-DD17-4723-B09D-A311C2DD2279}" type="presParOf" srcId="{42ABD075-6CBD-4D71-AC07-10C6C523B995}" destId="{D900D550-53D9-4126-A367-FCFC2CDA631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9EC4B6-8462-4875-B6F8-96833271173C}" type="doc">
      <dgm:prSet loTypeId="urn:microsoft.com/office/officeart/2005/8/layout/hList1" loCatId="list" qsTypeId="urn:microsoft.com/office/officeart/2005/8/quickstyle/3d4" qsCatId="3D" csTypeId="urn:microsoft.com/office/officeart/2005/8/colors/accent1_2#18" csCatId="accent1" phldr="1"/>
      <dgm:spPr/>
      <dgm:t>
        <a:bodyPr/>
        <a:lstStyle/>
        <a:p>
          <a:endParaRPr lang="tr-TR"/>
        </a:p>
      </dgm:t>
    </dgm:pt>
    <dgm:pt modelId="{EDFC1E32-53B8-408B-8A44-F009F15A1023}">
      <dgm:prSet phldrT="[Metin]"/>
      <dgm:spPr/>
      <dgm:t>
        <a:bodyPr/>
        <a:lstStyle/>
        <a:p>
          <a:r>
            <a:rPr lang="tr-TR" b="1" dirty="0">
              <a:solidFill>
                <a:srgbClr val="002060"/>
              </a:solidFill>
            </a:rPr>
            <a:t>Vergide Adalet</a:t>
          </a:r>
        </a:p>
      </dgm:t>
    </dgm:pt>
    <dgm:pt modelId="{19296CC5-F524-4925-9470-CCA4FE50B86F}" type="parTrans" cxnId="{2200B45F-6BB6-4CC0-AA17-0F0871AA66F2}">
      <dgm:prSet/>
      <dgm:spPr/>
      <dgm:t>
        <a:bodyPr/>
        <a:lstStyle/>
        <a:p>
          <a:endParaRPr lang="tr-TR"/>
        </a:p>
      </dgm:t>
    </dgm:pt>
    <dgm:pt modelId="{E1B7AA70-ED5B-493B-B990-857963D30AD3}" type="sibTrans" cxnId="{2200B45F-6BB6-4CC0-AA17-0F0871AA66F2}">
      <dgm:prSet/>
      <dgm:spPr/>
      <dgm:t>
        <a:bodyPr/>
        <a:lstStyle/>
        <a:p>
          <a:endParaRPr lang="tr-TR"/>
        </a:p>
      </dgm:t>
    </dgm:pt>
    <dgm:pt modelId="{EBE5267F-D438-4706-B328-C08DF2FF0F2F}">
      <dgm:prSet phldrT="[Metin]"/>
      <dgm:spPr/>
      <dgm:t>
        <a:bodyPr/>
        <a:lstStyle/>
        <a:p>
          <a:r>
            <a:rPr lang="tr-TR" dirty="0"/>
            <a:t>Herkesin gelirine göre vergi ödemekle yükümlü olması</a:t>
          </a:r>
        </a:p>
      </dgm:t>
    </dgm:pt>
    <dgm:pt modelId="{1B710054-E1CC-447E-9190-10378FA4FC34}" type="parTrans" cxnId="{D5306B76-3CA5-4FC0-A4FE-C1452EB1536D}">
      <dgm:prSet/>
      <dgm:spPr/>
      <dgm:t>
        <a:bodyPr/>
        <a:lstStyle/>
        <a:p>
          <a:endParaRPr lang="tr-TR"/>
        </a:p>
      </dgm:t>
    </dgm:pt>
    <dgm:pt modelId="{9A4B779F-6228-4784-85FB-BE37F81A20C5}" type="sibTrans" cxnId="{D5306B76-3CA5-4FC0-A4FE-C1452EB1536D}">
      <dgm:prSet/>
      <dgm:spPr/>
      <dgm:t>
        <a:bodyPr/>
        <a:lstStyle/>
        <a:p>
          <a:endParaRPr lang="tr-TR"/>
        </a:p>
      </dgm:t>
    </dgm:pt>
    <dgm:pt modelId="{5AC3161D-FE1A-49AD-B0A7-A38BABFAC2EB}">
      <dgm:prSet phldrT="[Metin]"/>
      <dgm:spPr/>
      <dgm:t>
        <a:bodyPr/>
        <a:lstStyle/>
        <a:p>
          <a:r>
            <a:rPr lang="tr-TR" b="1" dirty="0">
              <a:solidFill>
                <a:srgbClr val="002060"/>
              </a:solidFill>
            </a:rPr>
            <a:t>Vergide Genellik</a:t>
          </a:r>
        </a:p>
      </dgm:t>
    </dgm:pt>
    <dgm:pt modelId="{1CF44B23-5D57-4B21-9068-85329FBD4BDB}" type="parTrans" cxnId="{634EF909-DE06-4224-B973-D98BC82B0F54}">
      <dgm:prSet/>
      <dgm:spPr/>
      <dgm:t>
        <a:bodyPr/>
        <a:lstStyle/>
        <a:p>
          <a:endParaRPr lang="tr-TR"/>
        </a:p>
      </dgm:t>
    </dgm:pt>
    <dgm:pt modelId="{26DF7A5C-993D-456C-A516-F1E88E7D9721}" type="sibTrans" cxnId="{634EF909-DE06-4224-B973-D98BC82B0F54}">
      <dgm:prSet/>
      <dgm:spPr/>
      <dgm:t>
        <a:bodyPr/>
        <a:lstStyle/>
        <a:p>
          <a:endParaRPr lang="tr-TR"/>
        </a:p>
      </dgm:t>
    </dgm:pt>
    <dgm:pt modelId="{B14AE279-5AF7-4367-8797-EF7CFCE89A9B}">
      <dgm:prSet phldrT="[Metin]"/>
      <dgm:spPr/>
      <dgm:t>
        <a:bodyPr/>
        <a:lstStyle/>
        <a:p>
          <a:r>
            <a:rPr lang="tr-TR" dirty="0"/>
            <a:t>Din, ırk, sınıf, cinsiyet ayrımı yapılmaksızın herkesin vergi vermesi</a:t>
          </a:r>
        </a:p>
      </dgm:t>
    </dgm:pt>
    <dgm:pt modelId="{3031CDA3-0213-4AF3-890A-9D9CAF564D15}" type="parTrans" cxnId="{B3250872-5484-47E0-8CE1-64C6E720BB46}">
      <dgm:prSet/>
      <dgm:spPr/>
      <dgm:t>
        <a:bodyPr/>
        <a:lstStyle/>
        <a:p>
          <a:endParaRPr lang="tr-TR"/>
        </a:p>
      </dgm:t>
    </dgm:pt>
    <dgm:pt modelId="{5C9804BC-FB78-471D-A4A5-FC3DD6D3282C}" type="sibTrans" cxnId="{B3250872-5484-47E0-8CE1-64C6E720BB46}">
      <dgm:prSet/>
      <dgm:spPr/>
      <dgm:t>
        <a:bodyPr/>
        <a:lstStyle/>
        <a:p>
          <a:endParaRPr lang="tr-TR"/>
        </a:p>
      </dgm:t>
    </dgm:pt>
    <dgm:pt modelId="{ECFDBADC-9298-465A-9D6C-0FEFF8114003}">
      <dgm:prSet phldrT="[Metin]"/>
      <dgm:spPr/>
      <dgm:t>
        <a:bodyPr/>
        <a:lstStyle/>
        <a:p>
          <a:r>
            <a:rPr lang="tr-TR" b="1" dirty="0">
              <a:solidFill>
                <a:srgbClr val="002060"/>
              </a:solidFill>
            </a:rPr>
            <a:t>Verginin Kanuniliği</a:t>
          </a:r>
        </a:p>
      </dgm:t>
    </dgm:pt>
    <dgm:pt modelId="{E166C723-A6DF-466E-96F2-6DA07CD5BB7A}" type="parTrans" cxnId="{5A68CBF9-4DD2-4528-9709-C879AB89A9CC}">
      <dgm:prSet/>
      <dgm:spPr/>
      <dgm:t>
        <a:bodyPr/>
        <a:lstStyle/>
        <a:p>
          <a:endParaRPr lang="tr-TR"/>
        </a:p>
      </dgm:t>
    </dgm:pt>
    <dgm:pt modelId="{2B003A05-4BB1-4198-8F51-869E7FDD66B7}" type="sibTrans" cxnId="{5A68CBF9-4DD2-4528-9709-C879AB89A9CC}">
      <dgm:prSet/>
      <dgm:spPr/>
      <dgm:t>
        <a:bodyPr/>
        <a:lstStyle/>
        <a:p>
          <a:endParaRPr lang="tr-TR"/>
        </a:p>
      </dgm:t>
    </dgm:pt>
    <dgm:pt modelId="{9AE597B0-0EB6-41EC-AD59-1D95D725C6F8}">
      <dgm:prSet phldrT="[Metin]"/>
      <dgm:spPr/>
      <dgm:t>
        <a:bodyPr/>
        <a:lstStyle/>
        <a:p>
          <a:r>
            <a:rPr lang="tr-TR" dirty="0"/>
            <a:t>Vergilerin kanunla konulması ve kaldırılması ve düzenlenmesi</a:t>
          </a:r>
        </a:p>
      </dgm:t>
    </dgm:pt>
    <dgm:pt modelId="{5DA58C45-7F89-424F-8592-E0C405088B1F}" type="parTrans" cxnId="{EA66A0D7-1D9A-4D76-B534-4D4B22CB4FDD}">
      <dgm:prSet/>
      <dgm:spPr/>
      <dgm:t>
        <a:bodyPr/>
        <a:lstStyle/>
        <a:p>
          <a:endParaRPr lang="tr-TR"/>
        </a:p>
      </dgm:t>
    </dgm:pt>
    <dgm:pt modelId="{3A488C29-E7B7-4DC6-B511-7AFA79670E7B}" type="sibTrans" cxnId="{EA66A0D7-1D9A-4D76-B534-4D4B22CB4FDD}">
      <dgm:prSet/>
      <dgm:spPr/>
      <dgm:t>
        <a:bodyPr/>
        <a:lstStyle/>
        <a:p>
          <a:endParaRPr lang="tr-TR"/>
        </a:p>
      </dgm:t>
    </dgm:pt>
    <dgm:pt modelId="{45083495-9C04-4ABE-B906-87D0EADAF769}" type="pres">
      <dgm:prSet presAssocID="{A19EC4B6-8462-4875-B6F8-96833271173C}" presName="Name0" presStyleCnt="0">
        <dgm:presLayoutVars>
          <dgm:dir/>
          <dgm:animLvl val="lvl"/>
          <dgm:resizeHandles val="exact"/>
        </dgm:presLayoutVars>
      </dgm:prSet>
      <dgm:spPr/>
    </dgm:pt>
    <dgm:pt modelId="{675E49BB-593A-4F10-9EA4-38A206AEB04A}" type="pres">
      <dgm:prSet presAssocID="{EDFC1E32-53B8-408B-8A44-F009F15A1023}" presName="composite" presStyleCnt="0"/>
      <dgm:spPr/>
    </dgm:pt>
    <dgm:pt modelId="{2098F8A9-A19D-4FE5-822B-D202FF12EA7E}" type="pres">
      <dgm:prSet presAssocID="{EDFC1E32-53B8-408B-8A44-F009F15A1023}" presName="parTx" presStyleLbl="alignNode1" presStyleIdx="0" presStyleCnt="3">
        <dgm:presLayoutVars>
          <dgm:chMax val="0"/>
          <dgm:chPref val="0"/>
          <dgm:bulletEnabled val="1"/>
        </dgm:presLayoutVars>
      </dgm:prSet>
      <dgm:spPr/>
    </dgm:pt>
    <dgm:pt modelId="{55CCAE18-E095-401E-8A2E-63F65E76B9C3}" type="pres">
      <dgm:prSet presAssocID="{EDFC1E32-53B8-408B-8A44-F009F15A1023}" presName="desTx" presStyleLbl="alignAccFollowNode1" presStyleIdx="0" presStyleCnt="3">
        <dgm:presLayoutVars>
          <dgm:bulletEnabled val="1"/>
        </dgm:presLayoutVars>
      </dgm:prSet>
      <dgm:spPr/>
    </dgm:pt>
    <dgm:pt modelId="{E119BCE9-4C0C-4230-BDBD-B7C860ABFCE0}" type="pres">
      <dgm:prSet presAssocID="{E1B7AA70-ED5B-493B-B990-857963D30AD3}" presName="space" presStyleCnt="0"/>
      <dgm:spPr/>
    </dgm:pt>
    <dgm:pt modelId="{745B9282-837F-4189-9DE3-4F160EED48F1}" type="pres">
      <dgm:prSet presAssocID="{5AC3161D-FE1A-49AD-B0A7-A38BABFAC2EB}" presName="composite" presStyleCnt="0"/>
      <dgm:spPr/>
    </dgm:pt>
    <dgm:pt modelId="{1C9D4F4C-2CF1-4ED9-9DB0-D6AD4C0F8923}" type="pres">
      <dgm:prSet presAssocID="{5AC3161D-FE1A-49AD-B0A7-A38BABFAC2EB}" presName="parTx" presStyleLbl="alignNode1" presStyleIdx="1" presStyleCnt="3">
        <dgm:presLayoutVars>
          <dgm:chMax val="0"/>
          <dgm:chPref val="0"/>
          <dgm:bulletEnabled val="1"/>
        </dgm:presLayoutVars>
      </dgm:prSet>
      <dgm:spPr/>
    </dgm:pt>
    <dgm:pt modelId="{A1541E35-A5F2-443C-9D99-EA77CFFC6121}" type="pres">
      <dgm:prSet presAssocID="{5AC3161D-FE1A-49AD-B0A7-A38BABFAC2EB}" presName="desTx" presStyleLbl="alignAccFollowNode1" presStyleIdx="1" presStyleCnt="3">
        <dgm:presLayoutVars>
          <dgm:bulletEnabled val="1"/>
        </dgm:presLayoutVars>
      </dgm:prSet>
      <dgm:spPr/>
    </dgm:pt>
    <dgm:pt modelId="{92DD3501-F593-4EC7-83F4-C8D6570447ED}" type="pres">
      <dgm:prSet presAssocID="{26DF7A5C-993D-456C-A516-F1E88E7D9721}" presName="space" presStyleCnt="0"/>
      <dgm:spPr/>
    </dgm:pt>
    <dgm:pt modelId="{5D5FEFA2-B3B8-4D5D-A3C4-347A4D52311D}" type="pres">
      <dgm:prSet presAssocID="{ECFDBADC-9298-465A-9D6C-0FEFF8114003}" presName="composite" presStyleCnt="0"/>
      <dgm:spPr/>
    </dgm:pt>
    <dgm:pt modelId="{12151128-F9B5-427C-AA3C-10B45F8CF9AF}" type="pres">
      <dgm:prSet presAssocID="{ECFDBADC-9298-465A-9D6C-0FEFF8114003}" presName="parTx" presStyleLbl="alignNode1" presStyleIdx="2" presStyleCnt="3">
        <dgm:presLayoutVars>
          <dgm:chMax val="0"/>
          <dgm:chPref val="0"/>
          <dgm:bulletEnabled val="1"/>
        </dgm:presLayoutVars>
      </dgm:prSet>
      <dgm:spPr/>
    </dgm:pt>
    <dgm:pt modelId="{8BE92961-861C-4BDC-9012-7C311B1AE6AB}" type="pres">
      <dgm:prSet presAssocID="{ECFDBADC-9298-465A-9D6C-0FEFF8114003}" presName="desTx" presStyleLbl="alignAccFollowNode1" presStyleIdx="2" presStyleCnt="3">
        <dgm:presLayoutVars>
          <dgm:bulletEnabled val="1"/>
        </dgm:presLayoutVars>
      </dgm:prSet>
      <dgm:spPr/>
    </dgm:pt>
  </dgm:ptLst>
  <dgm:cxnLst>
    <dgm:cxn modelId="{634EF909-DE06-4224-B973-D98BC82B0F54}" srcId="{A19EC4B6-8462-4875-B6F8-96833271173C}" destId="{5AC3161D-FE1A-49AD-B0A7-A38BABFAC2EB}" srcOrd="1" destOrd="0" parTransId="{1CF44B23-5D57-4B21-9068-85329FBD4BDB}" sibTransId="{26DF7A5C-993D-456C-A516-F1E88E7D9721}"/>
    <dgm:cxn modelId="{071CA90C-7FB7-4D42-A949-EDBC0ED16CD8}" type="presOf" srcId="{EBE5267F-D438-4706-B328-C08DF2FF0F2F}" destId="{55CCAE18-E095-401E-8A2E-63F65E76B9C3}" srcOrd="0" destOrd="0" presId="urn:microsoft.com/office/officeart/2005/8/layout/hList1"/>
    <dgm:cxn modelId="{23686D18-0768-4AC0-AEE6-8E5C820E9D46}" type="presOf" srcId="{9AE597B0-0EB6-41EC-AD59-1D95D725C6F8}" destId="{8BE92961-861C-4BDC-9012-7C311B1AE6AB}" srcOrd="0" destOrd="0" presId="urn:microsoft.com/office/officeart/2005/8/layout/hList1"/>
    <dgm:cxn modelId="{2200B45F-6BB6-4CC0-AA17-0F0871AA66F2}" srcId="{A19EC4B6-8462-4875-B6F8-96833271173C}" destId="{EDFC1E32-53B8-408B-8A44-F009F15A1023}" srcOrd="0" destOrd="0" parTransId="{19296CC5-F524-4925-9470-CCA4FE50B86F}" sibTransId="{E1B7AA70-ED5B-493B-B990-857963D30AD3}"/>
    <dgm:cxn modelId="{B3250872-5484-47E0-8CE1-64C6E720BB46}" srcId="{5AC3161D-FE1A-49AD-B0A7-A38BABFAC2EB}" destId="{B14AE279-5AF7-4367-8797-EF7CFCE89A9B}" srcOrd="0" destOrd="0" parTransId="{3031CDA3-0213-4AF3-890A-9D9CAF564D15}" sibTransId="{5C9804BC-FB78-471D-A4A5-FC3DD6D3282C}"/>
    <dgm:cxn modelId="{D5306B76-3CA5-4FC0-A4FE-C1452EB1536D}" srcId="{EDFC1E32-53B8-408B-8A44-F009F15A1023}" destId="{EBE5267F-D438-4706-B328-C08DF2FF0F2F}" srcOrd="0" destOrd="0" parTransId="{1B710054-E1CC-447E-9190-10378FA4FC34}" sibTransId="{9A4B779F-6228-4784-85FB-BE37F81A20C5}"/>
    <dgm:cxn modelId="{F7348F79-0477-4569-B42C-7D6667BE17FB}" type="presOf" srcId="{5AC3161D-FE1A-49AD-B0A7-A38BABFAC2EB}" destId="{1C9D4F4C-2CF1-4ED9-9DB0-D6AD4C0F8923}" srcOrd="0" destOrd="0" presId="urn:microsoft.com/office/officeart/2005/8/layout/hList1"/>
    <dgm:cxn modelId="{2C0B2892-BA0A-43AF-96CE-46D213798350}" type="presOf" srcId="{EDFC1E32-53B8-408B-8A44-F009F15A1023}" destId="{2098F8A9-A19D-4FE5-822B-D202FF12EA7E}" srcOrd="0" destOrd="0" presId="urn:microsoft.com/office/officeart/2005/8/layout/hList1"/>
    <dgm:cxn modelId="{0E76A9C5-5A95-4718-A4E4-7C4EBE4C69BF}" type="presOf" srcId="{ECFDBADC-9298-465A-9D6C-0FEFF8114003}" destId="{12151128-F9B5-427C-AA3C-10B45F8CF9AF}" srcOrd="0" destOrd="0" presId="urn:microsoft.com/office/officeart/2005/8/layout/hList1"/>
    <dgm:cxn modelId="{EA66A0D7-1D9A-4D76-B534-4D4B22CB4FDD}" srcId="{ECFDBADC-9298-465A-9D6C-0FEFF8114003}" destId="{9AE597B0-0EB6-41EC-AD59-1D95D725C6F8}" srcOrd="0" destOrd="0" parTransId="{5DA58C45-7F89-424F-8592-E0C405088B1F}" sibTransId="{3A488C29-E7B7-4DC6-B511-7AFA79670E7B}"/>
    <dgm:cxn modelId="{BC62ADDB-148A-4FBD-B3F0-C77BE02C243E}" type="presOf" srcId="{B14AE279-5AF7-4367-8797-EF7CFCE89A9B}" destId="{A1541E35-A5F2-443C-9D99-EA77CFFC6121}" srcOrd="0" destOrd="0" presId="urn:microsoft.com/office/officeart/2005/8/layout/hList1"/>
    <dgm:cxn modelId="{BE17EAF5-922D-4D58-906D-C4787CE5871E}" type="presOf" srcId="{A19EC4B6-8462-4875-B6F8-96833271173C}" destId="{45083495-9C04-4ABE-B906-87D0EADAF769}" srcOrd="0" destOrd="0" presId="urn:microsoft.com/office/officeart/2005/8/layout/hList1"/>
    <dgm:cxn modelId="{5A68CBF9-4DD2-4528-9709-C879AB89A9CC}" srcId="{A19EC4B6-8462-4875-B6F8-96833271173C}" destId="{ECFDBADC-9298-465A-9D6C-0FEFF8114003}" srcOrd="2" destOrd="0" parTransId="{E166C723-A6DF-466E-96F2-6DA07CD5BB7A}" sibTransId="{2B003A05-4BB1-4198-8F51-869E7FDD66B7}"/>
    <dgm:cxn modelId="{2E546E49-9457-44D9-A3AD-C52D404945F3}" type="presParOf" srcId="{45083495-9C04-4ABE-B906-87D0EADAF769}" destId="{675E49BB-593A-4F10-9EA4-38A206AEB04A}" srcOrd="0" destOrd="0" presId="urn:microsoft.com/office/officeart/2005/8/layout/hList1"/>
    <dgm:cxn modelId="{159E8A6D-000D-4D24-8845-616A5A741857}" type="presParOf" srcId="{675E49BB-593A-4F10-9EA4-38A206AEB04A}" destId="{2098F8A9-A19D-4FE5-822B-D202FF12EA7E}" srcOrd="0" destOrd="0" presId="urn:microsoft.com/office/officeart/2005/8/layout/hList1"/>
    <dgm:cxn modelId="{5E9CE100-F171-42FE-9276-F94E08F8CF16}" type="presParOf" srcId="{675E49BB-593A-4F10-9EA4-38A206AEB04A}" destId="{55CCAE18-E095-401E-8A2E-63F65E76B9C3}" srcOrd="1" destOrd="0" presId="urn:microsoft.com/office/officeart/2005/8/layout/hList1"/>
    <dgm:cxn modelId="{C564AFB7-0890-46EF-B120-B58C40935F22}" type="presParOf" srcId="{45083495-9C04-4ABE-B906-87D0EADAF769}" destId="{E119BCE9-4C0C-4230-BDBD-B7C860ABFCE0}" srcOrd="1" destOrd="0" presId="urn:microsoft.com/office/officeart/2005/8/layout/hList1"/>
    <dgm:cxn modelId="{26FE8FF4-7B0E-42F8-BF31-2BD5E8079C03}" type="presParOf" srcId="{45083495-9C04-4ABE-B906-87D0EADAF769}" destId="{745B9282-837F-4189-9DE3-4F160EED48F1}" srcOrd="2" destOrd="0" presId="urn:microsoft.com/office/officeart/2005/8/layout/hList1"/>
    <dgm:cxn modelId="{705B203A-B17C-4A8E-BD89-259DC9011B34}" type="presParOf" srcId="{745B9282-837F-4189-9DE3-4F160EED48F1}" destId="{1C9D4F4C-2CF1-4ED9-9DB0-D6AD4C0F8923}" srcOrd="0" destOrd="0" presId="urn:microsoft.com/office/officeart/2005/8/layout/hList1"/>
    <dgm:cxn modelId="{19CEACEA-0CEE-45CB-A925-D22B8103E422}" type="presParOf" srcId="{745B9282-837F-4189-9DE3-4F160EED48F1}" destId="{A1541E35-A5F2-443C-9D99-EA77CFFC6121}" srcOrd="1" destOrd="0" presId="urn:microsoft.com/office/officeart/2005/8/layout/hList1"/>
    <dgm:cxn modelId="{BE93066C-E00A-4338-8878-3A60C1CC2FFE}" type="presParOf" srcId="{45083495-9C04-4ABE-B906-87D0EADAF769}" destId="{92DD3501-F593-4EC7-83F4-C8D6570447ED}" srcOrd="3" destOrd="0" presId="urn:microsoft.com/office/officeart/2005/8/layout/hList1"/>
    <dgm:cxn modelId="{2521DDFD-9638-4161-BF07-699D24FDB96F}" type="presParOf" srcId="{45083495-9C04-4ABE-B906-87D0EADAF769}" destId="{5D5FEFA2-B3B8-4D5D-A3C4-347A4D52311D}" srcOrd="4" destOrd="0" presId="urn:microsoft.com/office/officeart/2005/8/layout/hList1"/>
    <dgm:cxn modelId="{AF239B57-868E-4492-8D4C-36A6DBDFE499}" type="presParOf" srcId="{5D5FEFA2-B3B8-4D5D-A3C4-347A4D52311D}" destId="{12151128-F9B5-427C-AA3C-10B45F8CF9AF}" srcOrd="0" destOrd="0" presId="urn:microsoft.com/office/officeart/2005/8/layout/hList1"/>
    <dgm:cxn modelId="{ECAD5AF0-9118-4FB4-B7E3-EC330F085A75}" type="presParOf" srcId="{5D5FEFA2-B3B8-4D5D-A3C4-347A4D52311D}" destId="{8BE92961-861C-4BDC-9012-7C311B1AE6A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CD6F426-82CE-4402-98CB-768B7DE1B915}" type="doc">
      <dgm:prSet loTypeId="urn:microsoft.com/office/officeart/2005/8/layout/orgChart1" loCatId="hierarchy" qsTypeId="urn:microsoft.com/office/officeart/2005/8/quickstyle/simple2" qsCatId="simple" csTypeId="urn:microsoft.com/office/officeart/2005/8/colors/accent1_2#20" csCatId="accent1" phldr="1"/>
      <dgm:spPr/>
      <dgm:t>
        <a:bodyPr/>
        <a:lstStyle/>
        <a:p>
          <a:endParaRPr lang="tr-TR"/>
        </a:p>
      </dgm:t>
    </dgm:pt>
    <dgm:pt modelId="{DFA40BF0-01F1-4344-A65F-F834C3D82B84}">
      <dgm:prSet phldrT="[Metin]"/>
      <dgm:spPr/>
      <dgm:t>
        <a:bodyPr/>
        <a:lstStyle/>
        <a:p>
          <a:r>
            <a:rPr lang="tr-TR" dirty="0">
              <a:solidFill>
                <a:schemeClr val="tx1"/>
              </a:solidFill>
            </a:rPr>
            <a:t>Medeni Hukuk</a:t>
          </a:r>
        </a:p>
      </dgm:t>
    </dgm:pt>
    <dgm:pt modelId="{6A501C1A-80C2-4F90-ADDE-F60DEB3FE7E3}" type="parTrans" cxnId="{0546D5FB-4AAB-4FC8-9A8D-C53C1C48F989}">
      <dgm:prSet/>
      <dgm:spPr/>
      <dgm:t>
        <a:bodyPr/>
        <a:lstStyle/>
        <a:p>
          <a:endParaRPr lang="tr-TR">
            <a:solidFill>
              <a:schemeClr val="tx1"/>
            </a:solidFill>
          </a:endParaRPr>
        </a:p>
      </dgm:t>
    </dgm:pt>
    <dgm:pt modelId="{7EA5F22C-C0E5-400D-9C4F-F5E84F2005F5}" type="sibTrans" cxnId="{0546D5FB-4AAB-4FC8-9A8D-C53C1C48F989}">
      <dgm:prSet/>
      <dgm:spPr/>
      <dgm:t>
        <a:bodyPr/>
        <a:lstStyle/>
        <a:p>
          <a:endParaRPr lang="tr-TR">
            <a:solidFill>
              <a:schemeClr val="tx1"/>
            </a:solidFill>
          </a:endParaRPr>
        </a:p>
      </dgm:t>
    </dgm:pt>
    <dgm:pt modelId="{CD06C687-9A40-45B9-9992-F585913B5F03}">
      <dgm:prSet phldrT="[Metin]"/>
      <dgm:spPr/>
      <dgm:t>
        <a:bodyPr/>
        <a:lstStyle/>
        <a:p>
          <a:r>
            <a:rPr lang="tr-TR" dirty="0">
              <a:solidFill>
                <a:schemeClr val="tx1"/>
              </a:solidFill>
            </a:rPr>
            <a:t>Devletler Özel Hukuku</a:t>
          </a:r>
        </a:p>
      </dgm:t>
    </dgm:pt>
    <dgm:pt modelId="{108BBCE2-E520-43BC-8C84-26242509374C}" type="parTrans" cxnId="{1EBDEAF3-55AD-42EA-AD11-F1793E75EC0B}">
      <dgm:prSet/>
      <dgm:spPr/>
      <dgm:t>
        <a:bodyPr/>
        <a:lstStyle/>
        <a:p>
          <a:endParaRPr lang="tr-TR">
            <a:solidFill>
              <a:schemeClr val="tx1"/>
            </a:solidFill>
          </a:endParaRPr>
        </a:p>
      </dgm:t>
    </dgm:pt>
    <dgm:pt modelId="{03ECED7A-040D-4AD7-92F6-DDD95170F0E7}" type="sibTrans" cxnId="{1EBDEAF3-55AD-42EA-AD11-F1793E75EC0B}">
      <dgm:prSet/>
      <dgm:spPr/>
      <dgm:t>
        <a:bodyPr/>
        <a:lstStyle/>
        <a:p>
          <a:endParaRPr lang="tr-TR">
            <a:solidFill>
              <a:schemeClr val="tx1"/>
            </a:solidFill>
          </a:endParaRPr>
        </a:p>
      </dgm:t>
    </dgm:pt>
    <dgm:pt modelId="{59639A39-6A8E-43B7-9419-23BD48A49573}">
      <dgm:prSet phldrT="[Metin]"/>
      <dgm:spPr/>
      <dgm:t>
        <a:bodyPr/>
        <a:lstStyle/>
        <a:p>
          <a:r>
            <a:rPr lang="tr-TR" dirty="0">
              <a:solidFill>
                <a:schemeClr val="tx1"/>
              </a:solidFill>
            </a:rPr>
            <a:t>Ticaret Hukuku</a:t>
          </a:r>
        </a:p>
      </dgm:t>
    </dgm:pt>
    <dgm:pt modelId="{E974C392-BC20-404B-9FC7-66E1FBEC0B41}" type="parTrans" cxnId="{04BD08BF-7194-4372-9D1B-EC046C2E2D6B}">
      <dgm:prSet/>
      <dgm:spPr/>
      <dgm:t>
        <a:bodyPr/>
        <a:lstStyle/>
        <a:p>
          <a:endParaRPr lang="tr-TR">
            <a:solidFill>
              <a:schemeClr val="tx1"/>
            </a:solidFill>
          </a:endParaRPr>
        </a:p>
      </dgm:t>
    </dgm:pt>
    <dgm:pt modelId="{B4329EA2-94F1-4733-B8D8-84064C4717E2}" type="sibTrans" cxnId="{04BD08BF-7194-4372-9D1B-EC046C2E2D6B}">
      <dgm:prSet/>
      <dgm:spPr/>
      <dgm:t>
        <a:bodyPr/>
        <a:lstStyle/>
        <a:p>
          <a:endParaRPr lang="tr-TR">
            <a:solidFill>
              <a:schemeClr val="tx1"/>
            </a:solidFill>
          </a:endParaRPr>
        </a:p>
      </dgm:t>
    </dgm:pt>
    <dgm:pt modelId="{F78725AB-E701-49AB-A5F5-BD4F089DC865}">
      <dgm:prSet phldrT="[Metin]"/>
      <dgm:spPr/>
      <dgm:t>
        <a:bodyPr/>
        <a:lstStyle/>
        <a:p>
          <a:r>
            <a:rPr lang="tr-TR" dirty="0">
              <a:solidFill>
                <a:schemeClr val="tx1"/>
              </a:solidFill>
            </a:rPr>
            <a:t>Borçlar Hukuku</a:t>
          </a:r>
        </a:p>
      </dgm:t>
    </dgm:pt>
    <dgm:pt modelId="{1B99AE9A-352E-43FF-B13C-C01E33F8B60A}" type="parTrans" cxnId="{A5421700-7C52-4FEF-B9DB-D98176FF5B91}">
      <dgm:prSet/>
      <dgm:spPr/>
      <dgm:t>
        <a:bodyPr/>
        <a:lstStyle/>
        <a:p>
          <a:endParaRPr lang="tr-TR">
            <a:solidFill>
              <a:schemeClr val="tx1"/>
            </a:solidFill>
          </a:endParaRPr>
        </a:p>
      </dgm:t>
    </dgm:pt>
    <dgm:pt modelId="{FAF8DEBE-2C56-4EE2-BF8D-C2F6C776B434}" type="sibTrans" cxnId="{A5421700-7C52-4FEF-B9DB-D98176FF5B91}">
      <dgm:prSet/>
      <dgm:spPr/>
      <dgm:t>
        <a:bodyPr/>
        <a:lstStyle/>
        <a:p>
          <a:endParaRPr lang="tr-TR">
            <a:solidFill>
              <a:schemeClr val="tx1"/>
            </a:solidFill>
          </a:endParaRPr>
        </a:p>
      </dgm:t>
    </dgm:pt>
    <dgm:pt modelId="{5E77E8D8-D134-4FF2-B8FE-637E3E1B04E3}">
      <dgm:prSet phldrT="[Metin]"/>
      <dgm:spPr/>
      <dgm:t>
        <a:bodyPr/>
        <a:lstStyle/>
        <a:p>
          <a:r>
            <a:rPr lang="tr-TR" dirty="0">
              <a:solidFill>
                <a:schemeClr val="tx1"/>
              </a:solidFill>
            </a:rPr>
            <a:t>Özel Hukuk Dalları</a:t>
          </a:r>
        </a:p>
      </dgm:t>
    </dgm:pt>
    <dgm:pt modelId="{A36B54F0-1366-4BED-B71C-70F6EF12784F}" type="sibTrans" cxnId="{6A2DB9BC-D22E-45F2-B39C-DCF3052879B4}">
      <dgm:prSet/>
      <dgm:spPr/>
      <dgm:t>
        <a:bodyPr/>
        <a:lstStyle/>
        <a:p>
          <a:endParaRPr lang="tr-TR">
            <a:solidFill>
              <a:schemeClr val="tx1"/>
            </a:solidFill>
          </a:endParaRPr>
        </a:p>
      </dgm:t>
    </dgm:pt>
    <dgm:pt modelId="{B3DFC727-3122-491C-9F42-2431F78861B2}" type="parTrans" cxnId="{6A2DB9BC-D22E-45F2-B39C-DCF3052879B4}">
      <dgm:prSet/>
      <dgm:spPr/>
      <dgm:t>
        <a:bodyPr/>
        <a:lstStyle/>
        <a:p>
          <a:endParaRPr lang="tr-TR">
            <a:solidFill>
              <a:schemeClr val="tx1"/>
            </a:solidFill>
          </a:endParaRPr>
        </a:p>
      </dgm:t>
    </dgm:pt>
    <dgm:pt modelId="{254107A4-982A-4CDF-B0CD-2913B5B6AA73}" type="pres">
      <dgm:prSet presAssocID="{ECD6F426-82CE-4402-98CB-768B7DE1B915}" presName="hierChild1" presStyleCnt="0">
        <dgm:presLayoutVars>
          <dgm:orgChart val="1"/>
          <dgm:chPref val="1"/>
          <dgm:dir/>
          <dgm:animOne val="branch"/>
          <dgm:animLvl val="lvl"/>
          <dgm:resizeHandles/>
        </dgm:presLayoutVars>
      </dgm:prSet>
      <dgm:spPr/>
    </dgm:pt>
    <dgm:pt modelId="{F8A669FE-B271-45F9-A685-D1FC310692C3}" type="pres">
      <dgm:prSet presAssocID="{5E77E8D8-D134-4FF2-B8FE-637E3E1B04E3}" presName="hierRoot1" presStyleCnt="0">
        <dgm:presLayoutVars>
          <dgm:hierBranch val="init"/>
        </dgm:presLayoutVars>
      </dgm:prSet>
      <dgm:spPr/>
    </dgm:pt>
    <dgm:pt modelId="{2001F62A-FBEE-4DB4-942B-64D4D02670F4}" type="pres">
      <dgm:prSet presAssocID="{5E77E8D8-D134-4FF2-B8FE-637E3E1B04E3}" presName="rootComposite1" presStyleCnt="0"/>
      <dgm:spPr/>
    </dgm:pt>
    <dgm:pt modelId="{3ABC4746-57E8-4D94-B4F2-7D17730F0B4F}" type="pres">
      <dgm:prSet presAssocID="{5E77E8D8-D134-4FF2-B8FE-637E3E1B04E3}" presName="rootText1" presStyleLbl="node0" presStyleIdx="0" presStyleCnt="1" custScaleX="115897">
        <dgm:presLayoutVars>
          <dgm:chPref val="3"/>
        </dgm:presLayoutVars>
      </dgm:prSet>
      <dgm:spPr/>
    </dgm:pt>
    <dgm:pt modelId="{46DE30C4-6199-47EC-9DCD-7353E3F7DBB6}" type="pres">
      <dgm:prSet presAssocID="{5E77E8D8-D134-4FF2-B8FE-637E3E1B04E3}" presName="rootConnector1" presStyleLbl="node1" presStyleIdx="0" presStyleCnt="0"/>
      <dgm:spPr/>
    </dgm:pt>
    <dgm:pt modelId="{58881269-279B-4D49-9207-C4975A6ECB7D}" type="pres">
      <dgm:prSet presAssocID="{5E77E8D8-D134-4FF2-B8FE-637E3E1B04E3}" presName="hierChild2" presStyleCnt="0"/>
      <dgm:spPr/>
    </dgm:pt>
    <dgm:pt modelId="{E29907DE-13C8-4E7D-B911-6F2CF35E5F37}" type="pres">
      <dgm:prSet presAssocID="{6A501C1A-80C2-4F90-ADDE-F60DEB3FE7E3}" presName="Name37" presStyleLbl="parChTrans1D2" presStyleIdx="0" presStyleCnt="4"/>
      <dgm:spPr/>
    </dgm:pt>
    <dgm:pt modelId="{287E0A32-66F2-45B8-BA86-730CAC83DF6A}" type="pres">
      <dgm:prSet presAssocID="{DFA40BF0-01F1-4344-A65F-F834C3D82B84}" presName="hierRoot2" presStyleCnt="0">
        <dgm:presLayoutVars>
          <dgm:hierBranch val="init"/>
        </dgm:presLayoutVars>
      </dgm:prSet>
      <dgm:spPr/>
    </dgm:pt>
    <dgm:pt modelId="{75ADFB37-0A15-43C0-9472-97DA13BB6ABD}" type="pres">
      <dgm:prSet presAssocID="{DFA40BF0-01F1-4344-A65F-F834C3D82B84}" presName="rootComposite" presStyleCnt="0"/>
      <dgm:spPr/>
    </dgm:pt>
    <dgm:pt modelId="{514839A0-BBF4-4C2F-8636-98CC3113F71F}" type="pres">
      <dgm:prSet presAssocID="{DFA40BF0-01F1-4344-A65F-F834C3D82B84}" presName="rootText" presStyleLbl="node2" presStyleIdx="0" presStyleCnt="4">
        <dgm:presLayoutVars>
          <dgm:chPref val="3"/>
        </dgm:presLayoutVars>
      </dgm:prSet>
      <dgm:spPr/>
    </dgm:pt>
    <dgm:pt modelId="{60598B9C-DADA-4C14-8608-1314B93B9185}" type="pres">
      <dgm:prSet presAssocID="{DFA40BF0-01F1-4344-A65F-F834C3D82B84}" presName="rootConnector" presStyleLbl="node2" presStyleIdx="0" presStyleCnt="4"/>
      <dgm:spPr/>
    </dgm:pt>
    <dgm:pt modelId="{BF730593-EA79-4062-8F4D-F0C4A72A1B9F}" type="pres">
      <dgm:prSet presAssocID="{DFA40BF0-01F1-4344-A65F-F834C3D82B84}" presName="hierChild4" presStyleCnt="0"/>
      <dgm:spPr/>
    </dgm:pt>
    <dgm:pt modelId="{184D4D0E-68F3-43D3-BC97-68FE0307DFD0}" type="pres">
      <dgm:prSet presAssocID="{DFA40BF0-01F1-4344-A65F-F834C3D82B84}" presName="hierChild5" presStyleCnt="0"/>
      <dgm:spPr/>
    </dgm:pt>
    <dgm:pt modelId="{96E8C83A-1F17-43F5-9898-9361E33C24D0}" type="pres">
      <dgm:prSet presAssocID="{108BBCE2-E520-43BC-8C84-26242509374C}" presName="Name37" presStyleLbl="parChTrans1D2" presStyleIdx="1" presStyleCnt="4"/>
      <dgm:spPr/>
    </dgm:pt>
    <dgm:pt modelId="{990C736F-9618-42EA-A50E-C5A568BB40B2}" type="pres">
      <dgm:prSet presAssocID="{CD06C687-9A40-45B9-9992-F585913B5F03}" presName="hierRoot2" presStyleCnt="0">
        <dgm:presLayoutVars>
          <dgm:hierBranch val="init"/>
        </dgm:presLayoutVars>
      </dgm:prSet>
      <dgm:spPr/>
    </dgm:pt>
    <dgm:pt modelId="{056063FC-C615-442C-A7D0-A6D9C570E0FD}" type="pres">
      <dgm:prSet presAssocID="{CD06C687-9A40-45B9-9992-F585913B5F03}" presName="rootComposite" presStyleCnt="0"/>
      <dgm:spPr/>
    </dgm:pt>
    <dgm:pt modelId="{C5918D07-C941-4918-A5F8-576D5C1EBF11}" type="pres">
      <dgm:prSet presAssocID="{CD06C687-9A40-45B9-9992-F585913B5F03}" presName="rootText" presStyleLbl="node2" presStyleIdx="1" presStyleCnt="4" custScaleX="113299">
        <dgm:presLayoutVars>
          <dgm:chPref val="3"/>
        </dgm:presLayoutVars>
      </dgm:prSet>
      <dgm:spPr/>
    </dgm:pt>
    <dgm:pt modelId="{E7E811D8-5CAE-49EC-8D72-62B56072BF1E}" type="pres">
      <dgm:prSet presAssocID="{CD06C687-9A40-45B9-9992-F585913B5F03}" presName="rootConnector" presStyleLbl="node2" presStyleIdx="1" presStyleCnt="4"/>
      <dgm:spPr/>
    </dgm:pt>
    <dgm:pt modelId="{F896545A-2509-4595-B948-D3B56640477E}" type="pres">
      <dgm:prSet presAssocID="{CD06C687-9A40-45B9-9992-F585913B5F03}" presName="hierChild4" presStyleCnt="0"/>
      <dgm:spPr/>
    </dgm:pt>
    <dgm:pt modelId="{0F2B02FC-69F5-4CBE-993B-592D345DCD2E}" type="pres">
      <dgm:prSet presAssocID="{CD06C687-9A40-45B9-9992-F585913B5F03}" presName="hierChild5" presStyleCnt="0"/>
      <dgm:spPr/>
    </dgm:pt>
    <dgm:pt modelId="{EEBCFC5D-E102-4BF7-8406-8BB30C73E5CE}" type="pres">
      <dgm:prSet presAssocID="{E974C392-BC20-404B-9FC7-66E1FBEC0B41}" presName="Name37" presStyleLbl="parChTrans1D2" presStyleIdx="2" presStyleCnt="4"/>
      <dgm:spPr/>
    </dgm:pt>
    <dgm:pt modelId="{FA3B6B81-1034-4667-B6AD-717886D6AB21}" type="pres">
      <dgm:prSet presAssocID="{59639A39-6A8E-43B7-9419-23BD48A49573}" presName="hierRoot2" presStyleCnt="0">
        <dgm:presLayoutVars>
          <dgm:hierBranch val="init"/>
        </dgm:presLayoutVars>
      </dgm:prSet>
      <dgm:spPr/>
    </dgm:pt>
    <dgm:pt modelId="{C31413ED-BA7A-43F2-A8B9-86051C5CFF02}" type="pres">
      <dgm:prSet presAssocID="{59639A39-6A8E-43B7-9419-23BD48A49573}" presName="rootComposite" presStyleCnt="0"/>
      <dgm:spPr/>
    </dgm:pt>
    <dgm:pt modelId="{D44BAA53-B9A5-4968-8E20-F1D0088472D6}" type="pres">
      <dgm:prSet presAssocID="{59639A39-6A8E-43B7-9419-23BD48A49573}" presName="rootText" presStyleLbl="node2" presStyleIdx="2" presStyleCnt="4">
        <dgm:presLayoutVars>
          <dgm:chPref val="3"/>
        </dgm:presLayoutVars>
      </dgm:prSet>
      <dgm:spPr/>
    </dgm:pt>
    <dgm:pt modelId="{CFB121E4-F15E-4AD6-B623-242F5E78A5DC}" type="pres">
      <dgm:prSet presAssocID="{59639A39-6A8E-43B7-9419-23BD48A49573}" presName="rootConnector" presStyleLbl="node2" presStyleIdx="2" presStyleCnt="4"/>
      <dgm:spPr/>
    </dgm:pt>
    <dgm:pt modelId="{C6E65D4E-02C6-41EF-8045-C79FA3A5E80B}" type="pres">
      <dgm:prSet presAssocID="{59639A39-6A8E-43B7-9419-23BD48A49573}" presName="hierChild4" presStyleCnt="0"/>
      <dgm:spPr/>
    </dgm:pt>
    <dgm:pt modelId="{1E29B48D-358A-45AD-987A-A9AC9A69BA60}" type="pres">
      <dgm:prSet presAssocID="{59639A39-6A8E-43B7-9419-23BD48A49573}" presName="hierChild5" presStyleCnt="0"/>
      <dgm:spPr/>
    </dgm:pt>
    <dgm:pt modelId="{39CA3901-269B-4640-96DF-538AE73D7484}" type="pres">
      <dgm:prSet presAssocID="{1B99AE9A-352E-43FF-B13C-C01E33F8B60A}" presName="Name37" presStyleLbl="parChTrans1D2" presStyleIdx="3" presStyleCnt="4"/>
      <dgm:spPr/>
    </dgm:pt>
    <dgm:pt modelId="{CEE41A4E-A47F-4095-AEEE-9C6572400204}" type="pres">
      <dgm:prSet presAssocID="{F78725AB-E701-49AB-A5F5-BD4F089DC865}" presName="hierRoot2" presStyleCnt="0">
        <dgm:presLayoutVars>
          <dgm:hierBranch val="init"/>
        </dgm:presLayoutVars>
      </dgm:prSet>
      <dgm:spPr/>
    </dgm:pt>
    <dgm:pt modelId="{C8864BC3-3924-46F7-8A3C-393DDF23D306}" type="pres">
      <dgm:prSet presAssocID="{F78725AB-E701-49AB-A5F5-BD4F089DC865}" presName="rootComposite" presStyleCnt="0"/>
      <dgm:spPr/>
    </dgm:pt>
    <dgm:pt modelId="{2D317486-6BD8-4274-B026-857B1C37F727}" type="pres">
      <dgm:prSet presAssocID="{F78725AB-E701-49AB-A5F5-BD4F089DC865}" presName="rootText" presStyleLbl="node2" presStyleIdx="3" presStyleCnt="4">
        <dgm:presLayoutVars>
          <dgm:chPref val="3"/>
        </dgm:presLayoutVars>
      </dgm:prSet>
      <dgm:spPr/>
    </dgm:pt>
    <dgm:pt modelId="{CC36DB36-CEE1-4986-AF09-79011A224BBC}" type="pres">
      <dgm:prSet presAssocID="{F78725AB-E701-49AB-A5F5-BD4F089DC865}" presName="rootConnector" presStyleLbl="node2" presStyleIdx="3" presStyleCnt="4"/>
      <dgm:spPr/>
    </dgm:pt>
    <dgm:pt modelId="{6A0A39A1-98C7-49A4-ADEB-7F32BC35DDA3}" type="pres">
      <dgm:prSet presAssocID="{F78725AB-E701-49AB-A5F5-BD4F089DC865}" presName="hierChild4" presStyleCnt="0"/>
      <dgm:spPr/>
    </dgm:pt>
    <dgm:pt modelId="{4A378FF1-D86E-44B8-BBF5-3D3E878C6285}" type="pres">
      <dgm:prSet presAssocID="{F78725AB-E701-49AB-A5F5-BD4F089DC865}" presName="hierChild5" presStyleCnt="0"/>
      <dgm:spPr/>
    </dgm:pt>
    <dgm:pt modelId="{0515A2F4-DFA0-4C4C-BA28-DB5625C8A7E4}" type="pres">
      <dgm:prSet presAssocID="{5E77E8D8-D134-4FF2-B8FE-637E3E1B04E3}" presName="hierChild3" presStyleCnt="0"/>
      <dgm:spPr/>
    </dgm:pt>
  </dgm:ptLst>
  <dgm:cxnLst>
    <dgm:cxn modelId="{A5421700-7C52-4FEF-B9DB-D98176FF5B91}" srcId="{5E77E8D8-D134-4FF2-B8FE-637E3E1B04E3}" destId="{F78725AB-E701-49AB-A5F5-BD4F089DC865}" srcOrd="3" destOrd="0" parTransId="{1B99AE9A-352E-43FF-B13C-C01E33F8B60A}" sibTransId="{FAF8DEBE-2C56-4EE2-BF8D-C2F6C776B434}"/>
    <dgm:cxn modelId="{D3669401-5F33-4B4E-BBC0-16EDB8195689}" type="presOf" srcId="{E974C392-BC20-404B-9FC7-66E1FBEC0B41}" destId="{EEBCFC5D-E102-4BF7-8406-8BB30C73E5CE}" srcOrd="0" destOrd="0" presId="urn:microsoft.com/office/officeart/2005/8/layout/orgChart1"/>
    <dgm:cxn modelId="{AEA7C012-B66B-4BA1-AF67-C1740C569700}" type="presOf" srcId="{DFA40BF0-01F1-4344-A65F-F834C3D82B84}" destId="{60598B9C-DADA-4C14-8608-1314B93B9185}" srcOrd="1" destOrd="0" presId="urn:microsoft.com/office/officeart/2005/8/layout/orgChart1"/>
    <dgm:cxn modelId="{4A6A5617-65EA-454A-9419-C5E0E06A78DE}" type="presOf" srcId="{F78725AB-E701-49AB-A5F5-BD4F089DC865}" destId="{2D317486-6BD8-4274-B026-857B1C37F727}" srcOrd="0" destOrd="0" presId="urn:microsoft.com/office/officeart/2005/8/layout/orgChart1"/>
    <dgm:cxn modelId="{64D28E32-690B-4BAE-96A5-96AD5BFED8CC}" type="presOf" srcId="{5E77E8D8-D134-4FF2-B8FE-637E3E1B04E3}" destId="{3ABC4746-57E8-4D94-B4F2-7D17730F0B4F}" srcOrd="0" destOrd="0" presId="urn:microsoft.com/office/officeart/2005/8/layout/orgChart1"/>
    <dgm:cxn modelId="{7DAFDA43-DB39-450B-86CF-DE473BD8D56B}" type="presOf" srcId="{CD06C687-9A40-45B9-9992-F585913B5F03}" destId="{E7E811D8-5CAE-49EC-8D72-62B56072BF1E}" srcOrd="1" destOrd="0" presId="urn:microsoft.com/office/officeart/2005/8/layout/orgChart1"/>
    <dgm:cxn modelId="{E0905747-EED7-493A-A2BE-AD48E4BAA15A}" type="presOf" srcId="{5E77E8D8-D134-4FF2-B8FE-637E3E1B04E3}" destId="{46DE30C4-6199-47EC-9DCD-7353E3F7DBB6}" srcOrd="1" destOrd="0" presId="urn:microsoft.com/office/officeart/2005/8/layout/orgChart1"/>
    <dgm:cxn modelId="{93D7DE71-9C30-45D7-94E6-8B06AA29AA7F}" type="presOf" srcId="{59639A39-6A8E-43B7-9419-23BD48A49573}" destId="{D44BAA53-B9A5-4968-8E20-F1D0088472D6}" srcOrd="0" destOrd="0" presId="urn:microsoft.com/office/officeart/2005/8/layout/orgChart1"/>
    <dgm:cxn modelId="{9E5B8053-2469-487F-8C72-18BBA2AC4103}" type="presOf" srcId="{DFA40BF0-01F1-4344-A65F-F834C3D82B84}" destId="{514839A0-BBF4-4C2F-8636-98CC3113F71F}" srcOrd="0" destOrd="0" presId="urn:microsoft.com/office/officeart/2005/8/layout/orgChart1"/>
    <dgm:cxn modelId="{EDC42990-167E-46B9-AF02-878B17457FD0}" type="presOf" srcId="{6A501C1A-80C2-4F90-ADDE-F60DEB3FE7E3}" destId="{E29907DE-13C8-4E7D-B911-6F2CF35E5F37}" srcOrd="0" destOrd="0" presId="urn:microsoft.com/office/officeart/2005/8/layout/orgChart1"/>
    <dgm:cxn modelId="{8A086D95-84C8-484B-9FEF-522B4A4C1ECA}" type="presOf" srcId="{59639A39-6A8E-43B7-9419-23BD48A49573}" destId="{CFB121E4-F15E-4AD6-B623-242F5E78A5DC}" srcOrd="1" destOrd="0" presId="urn:microsoft.com/office/officeart/2005/8/layout/orgChart1"/>
    <dgm:cxn modelId="{6A2DB9BC-D22E-45F2-B39C-DCF3052879B4}" srcId="{ECD6F426-82CE-4402-98CB-768B7DE1B915}" destId="{5E77E8D8-D134-4FF2-B8FE-637E3E1B04E3}" srcOrd="0" destOrd="0" parTransId="{B3DFC727-3122-491C-9F42-2431F78861B2}" sibTransId="{A36B54F0-1366-4BED-B71C-70F6EF12784F}"/>
    <dgm:cxn modelId="{40B982BE-CE1E-4381-9E99-F9B8642B5C65}" type="presOf" srcId="{CD06C687-9A40-45B9-9992-F585913B5F03}" destId="{C5918D07-C941-4918-A5F8-576D5C1EBF11}" srcOrd="0" destOrd="0" presId="urn:microsoft.com/office/officeart/2005/8/layout/orgChart1"/>
    <dgm:cxn modelId="{04BD08BF-7194-4372-9D1B-EC046C2E2D6B}" srcId="{5E77E8D8-D134-4FF2-B8FE-637E3E1B04E3}" destId="{59639A39-6A8E-43B7-9419-23BD48A49573}" srcOrd="2" destOrd="0" parTransId="{E974C392-BC20-404B-9FC7-66E1FBEC0B41}" sibTransId="{B4329EA2-94F1-4733-B8D8-84064C4717E2}"/>
    <dgm:cxn modelId="{9183DFC0-F91F-4BE0-893D-44B0F5EFEC21}" type="presOf" srcId="{108BBCE2-E520-43BC-8C84-26242509374C}" destId="{96E8C83A-1F17-43F5-9898-9361E33C24D0}" srcOrd="0" destOrd="0" presId="urn:microsoft.com/office/officeart/2005/8/layout/orgChart1"/>
    <dgm:cxn modelId="{1ACB90D9-AD94-4D8F-B30F-F16340D44695}" type="presOf" srcId="{F78725AB-E701-49AB-A5F5-BD4F089DC865}" destId="{CC36DB36-CEE1-4986-AF09-79011A224BBC}" srcOrd="1" destOrd="0" presId="urn:microsoft.com/office/officeart/2005/8/layout/orgChart1"/>
    <dgm:cxn modelId="{66F83FE7-AF2D-4848-BBE6-BAE1B963571E}" type="presOf" srcId="{1B99AE9A-352E-43FF-B13C-C01E33F8B60A}" destId="{39CA3901-269B-4640-96DF-538AE73D7484}" srcOrd="0" destOrd="0" presId="urn:microsoft.com/office/officeart/2005/8/layout/orgChart1"/>
    <dgm:cxn modelId="{1EBDEAF3-55AD-42EA-AD11-F1793E75EC0B}" srcId="{5E77E8D8-D134-4FF2-B8FE-637E3E1B04E3}" destId="{CD06C687-9A40-45B9-9992-F585913B5F03}" srcOrd="1" destOrd="0" parTransId="{108BBCE2-E520-43BC-8C84-26242509374C}" sibTransId="{03ECED7A-040D-4AD7-92F6-DDD95170F0E7}"/>
    <dgm:cxn modelId="{0546D5FB-4AAB-4FC8-9A8D-C53C1C48F989}" srcId="{5E77E8D8-D134-4FF2-B8FE-637E3E1B04E3}" destId="{DFA40BF0-01F1-4344-A65F-F834C3D82B84}" srcOrd="0" destOrd="0" parTransId="{6A501C1A-80C2-4F90-ADDE-F60DEB3FE7E3}" sibTransId="{7EA5F22C-C0E5-400D-9C4F-F5E84F2005F5}"/>
    <dgm:cxn modelId="{9E6FCDFC-2BC2-4F3F-9673-458E3D7800CB}" type="presOf" srcId="{ECD6F426-82CE-4402-98CB-768B7DE1B915}" destId="{254107A4-982A-4CDF-B0CD-2913B5B6AA73}" srcOrd="0" destOrd="0" presId="urn:microsoft.com/office/officeart/2005/8/layout/orgChart1"/>
    <dgm:cxn modelId="{031F5947-1CA0-47DE-B39F-70BBC9EA6FA1}" type="presParOf" srcId="{254107A4-982A-4CDF-B0CD-2913B5B6AA73}" destId="{F8A669FE-B271-45F9-A685-D1FC310692C3}" srcOrd="0" destOrd="0" presId="urn:microsoft.com/office/officeart/2005/8/layout/orgChart1"/>
    <dgm:cxn modelId="{E2246E32-278E-4EF4-A9A7-81D262077AE5}" type="presParOf" srcId="{F8A669FE-B271-45F9-A685-D1FC310692C3}" destId="{2001F62A-FBEE-4DB4-942B-64D4D02670F4}" srcOrd="0" destOrd="0" presId="urn:microsoft.com/office/officeart/2005/8/layout/orgChart1"/>
    <dgm:cxn modelId="{7310D33C-C272-4172-993E-155D39A8F59D}" type="presParOf" srcId="{2001F62A-FBEE-4DB4-942B-64D4D02670F4}" destId="{3ABC4746-57E8-4D94-B4F2-7D17730F0B4F}" srcOrd="0" destOrd="0" presId="urn:microsoft.com/office/officeart/2005/8/layout/orgChart1"/>
    <dgm:cxn modelId="{95D7CEFA-4F27-4A05-81FE-8E9249EB1D76}" type="presParOf" srcId="{2001F62A-FBEE-4DB4-942B-64D4D02670F4}" destId="{46DE30C4-6199-47EC-9DCD-7353E3F7DBB6}" srcOrd="1" destOrd="0" presId="urn:microsoft.com/office/officeart/2005/8/layout/orgChart1"/>
    <dgm:cxn modelId="{75C2B50D-55F3-4E76-B41C-1FB3AEF57DCE}" type="presParOf" srcId="{F8A669FE-B271-45F9-A685-D1FC310692C3}" destId="{58881269-279B-4D49-9207-C4975A6ECB7D}" srcOrd="1" destOrd="0" presId="urn:microsoft.com/office/officeart/2005/8/layout/orgChart1"/>
    <dgm:cxn modelId="{85323058-0669-4C1D-9756-20BADC3DE149}" type="presParOf" srcId="{58881269-279B-4D49-9207-C4975A6ECB7D}" destId="{E29907DE-13C8-4E7D-B911-6F2CF35E5F37}" srcOrd="0" destOrd="0" presId="urn:microsoft.com/office/officeart/2005/8/layout/orgChart1"/>
    <dgm:cxn modelId="{42EF7AFA-A26E-4B5C-A8A5-67EF38960754}" type="presParOf" srcId="{58881269-279B-4D49-9207-C4975A6ECB7D}" destId="{287E0A32-66F2-45B8-BA86-730CAC83DF6A}" srcOrd="1" destOrd="0" presId="urn:microsoft.com/office/officeart/2005/8/layout/orgChart1"/>
    <dgm:cxn modelId="{D82C59A9-024B-43BD-84BF-50754DCB9D40}" type="presParOf" srcId="{287E0A32-66F2-45B8-BA86-730CAC83DF6A}" destId="{75ADFB37-0A15-43C0-9472-97DA13BB6ABD}" srcOrd="0" destOrd="0" presId="urn:microsoft.com/office/officeart/2005/8/layout/orgChart1"/>
    <dgm:cxn modelId="{A32EFF59-434E-4466-B99A-2E78D9DB7B2F}" type="presParOf" srcId="{75ADFB37-0A15-43C0-9472-97DA13BB6ABD}" destId="{514839A0-BBF4-4C2F-8636-98CC3113F71F}" srcOrd="0" destOrd="0" presId="urn:microsoft.com/office/officeart/2005/8/layout/orgChart1"/>
    <dgm:cxn modelId="{52784D45-E1DD-4BDB-B577-9D34CB43A5AF}" type="presParOf" srcId="{75ADFB37-0A15-43C0-9472-97DA13BB6ABD}" destId="{60598B9C-DADA-4C14-8608-1314B93B9185}" srcOrd="1" destOrd="0" presId="urn:microsoft.com/office/officeart/2005/8/layout/orgChart1"/>
    <dgm:cxn modelId="{2C28F029-B5A2-4BB4-AFFB-60B7AB76A59F}" type="presParOf" srcId="{287E0A32-66F2-45B8-BA86-730CAC83DF6A}" destId="{BF730593-EA79-4062-8F4D-F0C4A72A1B9F}" srcOrd="1" destOrd="0" presId="urn:microsoft.com/office/officeart/2005/8/layout/orgChart1"/>
    <dgm:cxn modelId="{3E785B1D-1CB2-4580-8A85-00EFDDAB0572}" type="presParOf" srcId="{287E0A32-66F2-45B8-BA86-730CAC83DF6A}" destId="{184D4D0E-68F3-43D3-BC97-68FE0307DFD0}" srcOrd="2" destOrd="0" presId="urn:microsoft.com/office/officeart/2005/8/layout/orgChart1"/>
    <dgm:cxn modelId="{1165906D-89CE-4D4D-A777-4980F7DDF8BF}" type="presParOf" srcId="{58881269-279B-4D49-9207-C4975A6ECB7D}" destId="{96E8C83A-1F17-43F5-9898-9361E33C24D0}" srcOrd="2" destOrd="0" presId="urn:microsoft.com/office/officeart/2005/8/layout/orgChart1"/>
    <dgm:cxn modelId="{B61B6186-D315-4C55-BB0D-09B931B2516C}" type="presParOf" srcId="{58881269-279B-4D49-9207-C4975A6ECB7D}" destId="{990C736F-9618-42EA-A50E-C5A568BB40B2}" srcOrd="3" destOrd="0" presId="urn:microsoft.com/office/officeart/2005/8/layout/orgChart1"/>
    <dgm:cxn modelId="{91960EA1-75C5-499F-8534-BAA5F4D3127A}" type="presParOf" srcId="{990C736F-9618-42EA-A50E-C5A568BB40B2}" destId="{056063FC-C615-442C-A7D0-A6D9C570E0FD}" srcOrd="0" destOrd="0" presId="urn:microsoft.com/office/officeart/2005/8/layout/orgChart1"/>
    <dgm:cxn modelId="{4FA5BFD3-F807-4E99-893D-C460C75FD467}" type="presParOf" srcId="{056063FC-C615-442C-A7D0-A6D9C570E0FD}" destId="{C5918D07-C941-4918-A5F8-576D5C1EBF11}" srcOrd="0" destOrd="0" presId="urn:microsoft.com/office/officeart/2005/8/layout/orgChart1"/>
    <dgm:cxn modelId="{1BC044AE-0801-4265-A596-1E4C44C04B76}" type="presParOf" srcId="{056063FC-C615-442C-A7D0-A6D9C570E0FD}" destId="{E7E811D8-5CAE-49EC-8D72-62B56072BF1E}" srcOrd="1" destOrd="0" presId="urn:microsoft.com/office/officeart/2005/8/layout/orgChart1"/>
    <dgm:cxn modelId="{F29A8FD7-52B5-4BCD-AF08-59B8A55BE045}" type="presParOf" srcId="{990C736F-9618-42EA-A50E-C5A568BB40B2}" destId="{F896545A-2509-4595-B948-D3B56640477E}" srcOrd="1" destOrd="0" presId="urn:microsoft.com/office/officeart/2005/8/layout/orgChart1"/>
    <dgm:cxn modelId="{3205CB7E-E8A4-4260-A60B-AEF157E269A8}" type="presParOf" srcId="{990C736F-9618-42EA-A50E-C5A568BB40B2}" destId="{0F2B02FC-69F5-4CBE-993B-592D345DCD2E}" srcOrd="2" destOrd="0" presId="urn:microsoft.com/office/officeart/2005/8/layout/orgChart1"/>
    <dgm:cxn modelId="{50B9BF05-8A5B-4EBE-A251-F3CD31C826EC}" type="presParOf" srcId="{58881269-279B-4D49-9207-C4975A6ECB7D}" destId="{EEBCFC5D-E102-4BF7-8406-8BB30C73E5CE}" srcOrd="4" destOrd="0" presId="urn:microsoft.com/office/officeart/2005/8/layout/orgChart1"/>
    <dgm:cxn modelId="{0E54353B-7494-4BDC-85D7-3D6102AE05E0}" type="presParOf" srcId="{58881269-279B-4D49-9207-C4975A6ECB7D}" destId="{FA3B6B81-1034-4667-B6AD-717886D6AB21}" srcOrd="5" destOrd="0" presId="urn:microsoft.com/office/officeart/2005/8/layout/orgChart1"/>
    <dgm:cxn modelId="{8893E2E2-0AEB-4444-BBF8-AB510C5044C4}" type="presParOf" srcId="{FA3B6B81-1034-4667-B6AD-717886D6AB21}" destId="{C31413ED-BA7A-43F2-A8B9-86051C5CFF02}" srcOrd="0" destOrd="0" presId="urn:microsoft.com/office/officeart/2005/8/layout/orgChart1"/>
    <dgm:cxn modelId="{6D0C59A6-DE1C-4561-A4A3-A7C6ABCD96D7}" type="presParOf" srcId="{C31413ED-BA7A-43F2-A8B9-86051C5CFF02}" destId="{D44BAA53-B9A5-4968-8E20-F1D0088472D6}" srcOrd="0" destOrd="0" presId="urn:microsoft.com/office/officeart/2005/8/layout/orgChart1"/>
    <dgm:cxn modelId="{10387874-9262-490B-B5E1-FE1A3E37B689}" type="presParOf" srcId="{C31413ED-BA7A-43F2-A8B9-86051C5CFF02}" destId="{CFB121E4-F15E-4AD6-B623-242F5E78A5DC}" srcOrd="1" destOrd="0" presId="urn:microsoft.com/office/officeart/2005/8/layout/orgChart1"/>
    <dgm:cxn modelId="{1E78721D-5082-4DAF-9200-26EFDFC9F4B0}" type="presParOf" srcId="{FA3B6B81-1034-4667-B6AD-717886D6AB21}" destId="{C6E65D4E-02C6-41EF-8045-C79FA3A5E80B}" srcOrd="1" destOrd="0" presId="urn:microsoft.com/office/officeart/2005/8/layout/orgChart1"/>
    <dgm:cxn modelId="{8647358E-4519-4D6A-89DB-7693943FF0D8}" type="presParOf" srcId="{FA3B6B81-1034-4667-B6AD-717886D6AB21}" destId="{1E29B48D-358A-45AD-987A-A9AC9A69BA60}" srcOrd="2" destOrd="0" presId="urn:microsoft.com/office/officeart/2005/8/layout/orgChart1"/>
    <dgm:cxn modelId="{1E993ACF-BDBF-49F7-8097-FFEE15935367}" type="presParOf" srcId="{58881269-279B-4D49-9207-C4975A6ECB7D}" destId="{39CA3901-269B-4640-96DF-538AE73D7484}" srcOrd="6" destOrd="0" presId="urn:microsoft.com/office/officeart/2005/8/layout/orgChart1"/>
    <dgm:cxn modelId="{5A6D2D44-7E60-420B-A831-B2691F430B99}" type="presParOf" srcId="{58881269-279B-4D49-9207-C4975A6ECB7D}" destId="{CEE41A4E-A47F-4095-AEEE-9C6572400204}" srcOrd="7" destOrd="0" presId="urn:microsoft.com/office/officeart/2005/8/layout/orgChart1"/>
    <dgm:cxn modelId="{6F76BCB2-18C5-4D9D-948D-0B17252D3445}" type="presParOf" srcId="{CEE41A4E-A47F-4095-AEEE-9C6572400204}" destId="{C8864BC3-3924-46F7-8A3C-393DDF23D306}" srcOrd="0" destOrd="0" presId="urn:microsoft.com/office/officeart/2005/8/layout/orgChart1"/>
    <dgm:cxn modelId="{F74D8343-FF18-4345-A4EE-608BCFA07777}" type="presParOf" srcId="{C8864BC3-3924-46F7-8A3C-393DDF23D306}" destId="{2D317486-6BD8-4274-B026-857B1C37F727}" srcOrd="0" destOrd="0" presId="urn:microsoft.com/office/officeart/2005/8/layout/orgChart1"/>
    <dgm:cxn modelId="{00861FF4-5590-4D00-9E39-611A52330439}" type="presParOf" srcId="{C8864BC3-3924-46F7-8A3C-393DDF23D306}" destId="{CC36DB36-CEE1-4986-AF09-79011A224BBC}" srcOrd="1" destOrd="0" presId="urn:microsoft.com/office/officeart/2005/8/layout/orgChart1"/>
    <dgm:cxn modelId="{E2707CD5-BFE6-483C-8E28-C3549CC500BE}" type="presParOf" srcId="{CEE41A4E-A47F-4095-AEEE-9C6572400204}" destId="{6A0A39A1-98C7-49A4-ADEB-7F32BC35DDA3}" srcOrd="1" destOrd="0" presId="urn:microsoft.com/office/officeart/2005/8/layout/orgChart1"/>
    <dgm:cxn modelId="{FD9EF2B9-A116-4A5E-9FD6-65306B9DD6F1}" type="presParOf" srcId="{CEE41A4E-A47F-4095-AEEE-9C6572400204}" destId="{4A378FF1-D86E-44B8-BBF5-3D3E878C6285}" srcOrd="2" destOrd="0" presId="urn:microsoft.com/office/officeart/2005/8/layout/orgChart1"/>
    <dgm:cxn modelId="{6EE6B47B-1117-4D56-91E7-D0E8B9A6D024}" type="presParOf" srcId="{F8A669FE-B271-45F9-A685-D1FC310692C3}" destId="{0515A2F4-DFA0-4C4C-BA28-DB5625C8A7E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70A1DD-959F-400F-9D0B-DF1B935691F1}" type="doc">
      <dgm:prSet loTypeId="urn:microsoft.com/office/officeart/2011/layout/TabList" loCatId="list" qsTypeId="urn:microsoft.com/office/officeart/2005/8/quickstyle/simple1#10" qsCatId="simple" csTypeId="urn:microsoft.com/office/officeart/2005/8/colors/accent1_2#21" csCatId="accent1" phldr="1"/>
      <dgm:spPr/>
      <dgm:t>
        <a:bodyPr/>
        <a:lstStyle/>
        <a:p>
          <a:endParaRPr lang="tr-TR"/>
        </a:p>
      </dgm:t>
    </dgm:pt>
    <dgm:pt modelId="{E4951A99-8B1B-4E4C-8FCC-2F2E37F66B05}">
      <dgm:prSet phldrT="[Metin]"/>
      <dgm:spPr/>
      <dgm:t>
        <a:bodyPr/>
        <a:lstStyle/>
        <a:p>
          <a:r>
            <a:rPr lang="tr-TR" dirty="0"/>
            <a:t>Kişiler Hukuku</a:t>
          </a:r>
        </a:p>
      </dgm:t>
    </dgm:pt>
    <dgm:pt modelId="{878E0885-8557-48FF-BBF3-1D8F24CB9DE7}" type="parTrans" cxnId="{871FA716-8F0A-4CF9-8038-266E19782AF3}">
      <dgm:prSet/>
      <dgm:spPr/>
      <dgm:t>
        <a:bodyPr/>
        <a:lstStyle/>
        <a:p>
          <a:endParaRPr lang="tr-TR"/>
        </a:p>
      </dgm:t>
    </dgm:pt>
    <dgm:pt modelId="{B613834B-DBB8-4B76-8192-E499FF08C5E9}" type="sibTrans" cxnId="{871FA716-8F0A-4CF9-8038-266E19782AF3}">
      <dgm:prSet/>
      <dgm:spPr/>
      <dgm:t>
        <a:bodyPr/>
        <a:lstStyle/>
        <a:p>
          <a:endParaRPr lang="tr-TR"/>
        </a:p>
      </dgm:t>
    </dgm:pt>
    <dgm:pt modelId="{C026C046-73C4-43CE-B621-1EA6C0388E65}">
      <dgm:prSet phldrT="[Metin]"/>
      <dgm:spPr/>
      <dgm:t>
        <a:bodyPr/>
        <a:lstStyle/>
        <a:p>
          <a:endParaRPr lang="tr-TR" dirty="0"/>
        </a:p>
      </dgm:t>
    </dgm:pt>
    <dgm:pt modelId="{C5DA9E3F-F7F4-4DD3-8994-BFE393FCB458}" type="parTrans" cxnId="{630D686C-351C-4DD1-8C4E-52129713C105}">
      <dgm:prSet/>
      <dgm:spPr/>
      <dgm:t>
        <a:bodyPr/>
        <a:lstStyle/>
        <a:p>
          <a:endParaRPr lang="tr-TR"/>
        </a:p>
      </dgm:t>
    </dgm:pt>
    <dgm:pt modelId="{DA3B566E-04F5-4DFA-9F44-28631E6DAC63}" type="sibTrans" cxnId="{630D686C-351C-4DD1-8C4E-52129713C105}">
      <dgm:prSet/>
      <dgm:spPr/>
      <dgm:t>
        <a:bodyPr/>
        <a:lstStyle/>
        <a:p>
          <a:endParaRPr lang="tr-TR"/>
        </a:p>
      </dgm:t>
    </dgm:pt>
    <dgm:pt modelId="{42419D6C-EE59-45C1-84F1-5480A97BF09A}">
      <dgm:prSet phldrT="[Metin]"/>
      <dgm:spPr/>
      <dgm:t>
        <a:bodyPr/>
        <a:lstStyle/>
        <a:p>
          <a:r>
            <a:rPr lang="tr-TR" dirty="0"/>
            <a:t>Aile Hukuku</a:t>
          </a:r>
        </a:p>
      </dgm:t>
    </dgm:pt>
    <dgm:pt modelId="{DED76863-571F-4565-AA42-500FE51F067A}" type="parTrans" cxnId="{5637631A-7F0A-496B-97AA-1F699F7F3F2D}">
      <dgm:prSet/>
      <dgm:spPr/>
      <dgm:t>
        <a:bodyPr/>
        <a:lstStyle/>
        <a:p>
          <a:endParaRPr lang="tr-TR"/>
        </a:p>
      </dgm:t>
    </dgm:pt>
    <dgm:pt modelId="{38B9D897-D8CF-4E9C-BBB0-688FCB867F03}" type="sibTrans" cxnId="{5637631A-7F0A-496B-97AA-1F699F7F3F2D}">
      <dgm:prSet/>
      <dgm:spPr/>
      <dgm:t>
        <a:bodyPr/>
        <a:lstStyle/>
        <a:p>
          <a:endParaRPr lang="tr-TR"/>
        </a:p>
      </dgm:t>
    </dgm:pt>
    <dgm:pt modelId="{1D5B1BD0-ACA9-4A21-BF7D-BDB8C7FA6CF5}">
      <dgm:prSet phldrT="[Metin]"/>
      <dgm:spPr/>
      <dgm:t>
        <a:bodyPr/>
        <a:lstStyle/>
        <a:p>
          <a:endParaRPr lang="tr-TR" dirty="0"/>
        </a:p>
      </dgm:t>
    </dgm:pt>
    <dgm:pt modelId="{EC031610-2823-4957-B9F5-CFA4D59744B7}" type="parTrans" cxnId="{C3993C3A-5151-466D-BA99-6BF9645EC520}">
      <dgm:prSet/>
      <dgm:spPr/>
      <dgm:t>
        <a:bodyPr/>
        <a:lstStyle/>
        <a:p>
          <a:endParaRPr lang="tr-TR"/>
        </a:p>
      </dgm:t>
    </dgm:pt>
    <dgm:pt modelId="{71B790E5-82AC-4A09-B231-86046E4FA62D}" type="sibTrans" cxnId="{C3993C3A-5151-466D-BA99-6BF9645EC520}">
      <dgm:prSet/>
      <dgm:spPr/>
      <dgm:t>
        <a:bodyPr/>
        <a:lstStyle/>
        <a:p>
          <a:endParaRPr lang="tr-TR"/>
        </a:p>
      </dgm:t>
    </dgm:pt>
    <dgm:pt modelId="{FCAF217B-CC4A-4449-BC2F-8133C0A0B2EF}">
      <dgm:prSet phldrT="[Metin]"/>
      <dgm:spPr/>
      <dgm:t>
        <a:bodyPr/>
        <a:lstStyle/>
        <a:p>
          <a:r>
            <a:rPr lang="tr-TR" dirty="0"/>
            <a:t>Nişanlanma, evlilik, boşanma, eşlerin birbirine karşı olan sorumluluklarını, velayet haklarını, soy bağ ilişkilerini ve veraset ilişkilerini düzenler. </a:t>
          </a:r>
        </a:p>
      </dgm:t>
    </dgm:pt>
    <dgm:pt modelId="{89952B8A-6110-4BAA-AD6F-9D962E8267A8}" type="parTrans" cxnId="{E47C4705-F0B1-438F-B557-FBB33AA8DE3C}">
      <dgm:prSet/>
      <dgm:spPr/>
      <dgm:t>
        <a:bodyPr/>
        <a:lstStyle/>
        <a:p>
          <a:endParaRPr lang="tr-TR"/>
        </a:p>
      </dgm:t>
    </dgm:pt>
    <dgm:pt modelId="{5BBCAC17-68DD-4F6B-A804-63A5CB9C93AD}" type="sibTrans" cxnId="{E47C4705-F0B1-438F-B557-FBB33AA8DE3C}">
      <dgm:prSet/>
      <dgm:spPr/>
      <dgm:t>
        <a:bodyPr/>
        <a:lstStyle/>
        <a:p>
          <a:endParaRPr lang="tr-TR"/>
        </a:p>
      </dgm:t>
    </dgm:pt>
    <dgm:pt modelId="{48AFD69D-B0DD-46DC-B0F4-ACBF6A7D3182}">
      <dgm:prSet phldrT="[Metin]"/>
      <dgm:spPr/>
      <dgm:t>
        <a:bodyPr/>
        <a:lstStyle/>
        <a:p>
          <a:r>
            <a:rPr lang="tr-TR" dirty="0"/>
            <a:t>Miras Hukuku</a:t>
          </a:r>
        </a:p>
      </dgm:t>
    </dgm:pt>
    <dgm:pt modelId="{31FE685E-C633-43A9-BD76-E54FC312EF99}" type="parTrans" cxnId="{3119054A-BE0D-4899-962D-0DEBC9502E70}">
      <dgm:prSet/>
      <dgm:spPr/>
      <dgm:t>
        <a:bodyPr/>
        <a:lstStyle/>
        <a:p>
          <a:endParaRPr lang="tr-TR"/>
        </a:p>
      </dgm:t>
    </dgm:pt>
    <dgm:pt modelId="{1AD06494-321A-4E00-A438-2C646119E1B4}" type="sibTrans" cxnId="{3119054A-BE0D-4899-962D-0DEBC9502E70}">
      <dgm:prSet/>
      <dgm:spPr/>
      <dgm:t>
        <a:bodyPr/>
        <a:lstStyle/>
        <a:p>
          <a:endParaRPr lang="tr-TR"/>
        </a:p>
      </dgm:t>
    </dgm:pt>
    <dgm:pt modelId="{75012B19-B284-4777-B77B-F2E37DF71E70}">
      <dgm:prSet phldrT="[Metin]"/>
      <dgm:spPr/>
      <dgm:t>
        <a:bodyPr/>
        <a:lstStyle/>
        <a:p>
          <a:endParaRPr lang="tr-TR" dirty="0"/>
        </a:p>
      </dgm:t>
    </dgm:pt>
    <dgm:pt modelId="{2AD022D0-792F-4F47-AC95-CF27295FE021}" type="parTrans" cxnId="{7FCAEA26-3075-4CAA-8580-39AF9C8EC63C}">
      <dgm:prSet/>
      <dgm:spPr/>
      <dgm:t>
        <a:bodyPr/>
        <a:lstStyle/>
        <a:p>
          <a:endParaRPr lang="tr-TR"/>
        </a:p>
      </dgm:t>
    </dgm:pt>
    <dgm:pt modelId="{FBBDE19D-A03F-47B9-9938-282771350910}" type="sibTrans" cxnId="{7FCAEA26-3075-4CAA-8580-39AF9C8EC63C}">
      <dgm:prSet/>
      <dgm:spPr/>
      <dgm:t>
        <a:bodyPr/>
        <a:lstStyle/>
        <a:p>
          <a:endParaRPr lang="tr-TR"/>
        </a:p>
      </dgm:t>
    </dgm:pt>
    <dgm:pt modelId="{BD9519E3-6DD5-4FD4-93C4-87AEC5228CE1}">
      <dgm:prSet phldrT="[Metin]"/>
      <dgm:spPr/>
      <dgm:t>
        <a:bodyPr/>
        <a:lstStyle/>
        <a:p>
          <a:r>
            <a:rPr lang="tr-TR" dirty="0"/>
            <a:t>Vasiyet, miras hükümleri, mirasın nasıl dağıtılacağını düzenler. </a:t>
          </a:r>
        </a:p>
      </dgm:t>
    </dgm:pt>
    <dgm:pt modelId="{72A6474E-9FB1-4989-8B61-F3F4B8EBBB12}" type="parTrans" cxnId="{BA6734CD-116D-43E1-9D83-7E3E3A653880}">
      <dgm:prSet/>
      <dgm:spPr/>
      <dgm:t>
        <a:bodyPr/>
        <a:lstStyle/>
        <a:p>
          <a:endParaRPr lang="tr-TR"/>
        </a:p>
      </dgm:t>
    </dgm:pt>
    <dgm:pt modelId="{EEAB1B1E-F964-48FA-9674-109A014CF979}" type="sibTrans" cxnId="{BA6734CD-116D-43E1-9D83-7E3E3A653880}">
      <dgm:prSet/>
      <dgm:spPr/>
      <dgm:t>
        <a:bodyPr/>
        <a:lstStyle/>
        <a:p>
          <a:endParaRPr lang="tr-TR"/>
        </a:p>
      </dgm:t>
    </dgm:pt>
    <dgm:pt modelId="{D72828FE-8929-494E-B78C-BCBF9C4CBA1E}">
      <dgm:prSet phldrT="[Metin]"/>
      <dgm:spPr/>
      <dgm:t>
        <a:bodyPr/>
        <a:lstStyle/>
        <a:p>
          <a:r>
            <a:rPr lang="tr-TR" dirty="0"/>
            <a:t>Kişilik türleri; kişilerin ehliyetleri, kişisel durumları, akrabalık ilişkileri, yerleşim yerleri ile olan ilgilerini, kişiliğin başlangıcını, sona ermesini ve korunmasını inceler. </a:t>
          </a:r>
        </a:p>
      </dgm:t>
    </dgm:pt>
    <dgm:pt modelId="{CC375631-3B28-4FEF-87E4-045FAE90E7B7}" type="parTrans" cxnId="{6A1756B8-0C0A-4E45-AAF0-513D2C1F65FC}">
      <dgm:prSet/>
      <dgm:spPr/>
      <dgm:t>
        <a:bodyPr/>
        <a:lstStyle/>
        <a:p>
          <a:endParaRPr lang="tr-TR"/>
        </a:p>
      </dgm:t>
    </dgm:pt>
    <dgm:pt modelId="{ECBE4B8B-5033-4E86-87CD-519A56EB8907}" type="sibTrans" cxnId="{6A1756B8-0C0A-4E45-AAF0-513D2C1F65FC}">
      <dgm:prSet/>
      <dgm:spPr/>
      <dgm:t>
        <a:bodyPr/>
        <a:lstStyle/>
        <a:p>
          <a:endParaRPr lang="tr-TR"/>
        </a:p>
      </dgm:t>
    </dgm:pt>
    <dgm:pt modelId="{B2AE7273-E368-464E-9F89-4BF616C52D55}">
      <dgm:prSet phldrT="[Metin]"/>
      <dgm:spPr/>
      <dgm:t>
        <a:bodyPr/>
        <a:lstStyle/>
        <a:p>
          <a:r>
            <a:rPr lang="tr-TR" dirty="0"/>
            <a:t>Eşya Hukuku</a:t>
          </a:r>
        </a:p>
      </dgm:t>
    </dgm:pt>
    <dgm:pt modelId="{F9534723-8E1C-4278-8B83-7F6AF55DF8B1}" type="parTrans" cxnId="{2BCEA728-78EC-492A-8760-8B0E372F63DA}">
      <dgm:prSet/>
      <dgm:spPr/>
      <dgm:t>
        <a:bodyPr/>
        <a:lstStyle/>
        <a:p>
          <a:endParaRPr lang="tr-TR"/>
        </a:p>
      </dgm:t>
    </dgm:pt>
    <dgm:pt modelId="{FD3DD7F3-3192-4DAB-83BD-7DFFC0A22900}" type="sibTrans" cxnId="{2BCEA728-78EC-492A-8760-8B0E372F63DA}">
      <dgm:prSet/>
      <dgm:spPr/>
      <dgm:t>
        <a:bodyPr/>
        <a:lstStyle/>
        <a:p>
          <a:endParaRPr lang="tr-TR"/>
        </a:p>
      </dgm:t>
    </dgm:pt>
    <dgm:pt modelId="{3068814A-8EF2-402E-A264-45DAD287478B}">
      <dgm:prSet phldrT="[Metin]"/>
      <dgm:spPr/>
      <dgm:t>
        <a:bodyPr/>
        <a:lstStyle/>
        <a:p>
          <a:r>
            <a:rPr lang="tr-TR" dirty="0"/>
            <a:t>Kişilerin eşyalar üzerindeki hak ve tasarruflarını düzenler. </a:t>
          </a:r>
        </a:p>
      </dgm:t>
    </dgm:pt>
    <dgm:pt modelId="{A832D28D-3D30-476A-A42E-DBCDEF084CEC}" type="parTrans" cxnId="{DA4F1ED7-585E-4245-B97C-7FD844872BA9}">
      <dgm:prSet/>
      <dgm:spPr/>
      <dgm:t>
        <a:bodyPr/>
        <a:lstStyle/>
        <a:p>
          <a:endParaRPr lang="tr-TR"/>
        </a:p>
      </dgm:t>
    </dgm:pt>
    <dgm:pt modelId="{D061B0A6-ED57-406D-8C3A-70F8F03C7B4B}" type="sibTrans" cxnId="{DA4F1ED7-585E-4245-B97C-7FD844872BA9}">
      <dgm:prSet/>
      <dgm:spPr/>
      <dgm:t>
        <a:bodyPr/>
        <a:lstStyle/>
        <a:p>
          <a:endParaRPr lang="tr-TR"/>
        </a:p>
      </dgm:t>
    </dgm:pt>
    <dgm:pt modelId="{B78666A5-452D-41AA-B722-89430B9F5C04}">
      <dgm:prSet phldrT="[Metin]"/>
      <dgm:spPr/>
      <dgm:t>
        <a:bodyPr/>
        <a:lstStyle/>
        <a:p>
          <a:endParaRPr lang="tr-TR" dirty="0"/>
        </a:p>
      </dgm:t>
    </dgm:pt>
    <dgm:pt modelId="{73321114-6EA8-4CF2-9173-F6761ABE7E2D}" type="parTrans" cxnId="{74CBBD9D-0AE8-4294-94D3-0D9140606DFF}">
      <dgm:prSet/>
      <dgm:spPr/>
      <dgm:t>
        <a:bodyPr/>
        <a:lstStyle/>
        <a:p>
          <a:endParaRPr lang="tr-TR"/>
        </a:p>
      </dgm:t>
    </dgm:pt>
    <dgm:pt modelId="{1C655247-B831-4374-8052-13F0C717D455}" type="sibTrans" cxnId="{74CBBD9D-0AE8-4294-94D3-0D9140606DFF}">
      <dgm:prSet/>
      <dgm:spPr/>
      <dgm:t>
        <a:bodyPr/>
        <a:lstStyle/>
        <a:p>
          <a:endParaRPr lang="tr-TR"/>
        </a:p>
      </dgm:t>
    </dgm:pt>
    <dgm:pt modelId="{8E543ED3-D297-4965-BDDE-AD40A3B99C8F}" type="pres">
      <dgm:prSet presAssocID="{6270A1DD-959F-400F-9D0B-DF1B935691F1}" presName="Name0" presStyleCnt="0">
        <dgm:presLayoutVars>
          <dgm:chMax/>
          <dgm:chPref val="3"/>
          <dgm:dir/>
          <dgm:animOne val="branch"/>
          <dgm:animLvl val="lvl"/>
        </dgm:presLayoutVars>
      </dgm:prSet>
      <dgm:spPr/>
    </dgm:pt>
    <dgm:pt modelId="{B63E18DF-874C-4116-80AC-9E018D9D6583}" type="pres">
      <dgm:prSet presAssocID="{E4951A99-8B1B-4E4C-8FCC-2F2E37F66B05}" presName="composite" presStyleCnt="0"/>
      <dgm:spPr/>
    </dgm:pt>
    <dgm:pt modelId="{D90BAE1C-D5AA-4DBE-8E1C-50AC25A03DDB}" type="pres">
      <dgm:prSet presAssocID="{E4951A99-8B1B-4E4C-8FCC-2F2E37F66B05}" presName="FirstChild" presStyleLbl="revTx" presStyleIdx="0" presStyleCnt="8">
        <dgm:presLayoutVars>
          <dgm:chMax val="0"/>
          <dgm:chPref val="0"/>
          <dgm:bulletEnabled val="1"/>
        </dgm:presLayoutVars>
      </dgm:prSet>
      <dgm:spPr/>
    </dgm:pt>
    <dgm:pt modelId="{EA924ED7-CA70-4436-B744-AF95205EECEC}" type="pres">
      <dgm:prSet presAssocID="{E4951A99-8B1B-4E4C-8FCC-2F2E37F66B05}" presName="Parent" presStyleLbl="alignNode1" presStyleIdx="0" presStyleCnt="4">
        <dgm:presLayoutVars>
          <dgm:chMax val="3"/>
          <dgm:chPref val="3"/>
          <dgm:bulletEnabled val="1"/>
        </dgm:presLayoutVars>
      </dgm:prSet>
      <dgm:spPr/>
    </dgm:pt>
    <dgm:pt modelId="{5C401E90-6E9A-4B82-A9E4-0A767DE365C4}" type="pres">
      <dgm:prSet presAssocID="{E4951A99-8B1B-4E4C-8FCC-2F2E37F66B05}" presName="Accent" presStyleLbl="parChTrans1D1" presStyleIdx="0" presStyleCnt="4"/>
      <dgm:spPr/>
    </dgm:pt>
    <dgm:pt modelId="{ACCACC9F-CB36-495F-B196-05F88AE079EF}" type="pres">
      <dgm:prSet presAssocID="{E4951A99-8B1B-4E4C-8FCC-2F2E37F66B05}" presName="Child" presStyleLbl="revTx" presStyleIdx="1" presStyleCnt="8">
        <dgm:presLayoutVars>
          <dgm:chMax val="0"/>
          <dgm:chPref val="0"/>
          <dgm:bulletEnabled val="1"/>
        </dgm:presLayoutVars>
      </dgm:prSet>
      <dgm:spPr/>
    </dgm:pt>
    <dgm:pt modelId="{234A7FBA-131E-4907-B0D6-6A7AC473525C}" type="pres">
      <dgm:prSet presAssocID="{B613834B-DBB8-4B76-8192-E499FF08C5E9}" presName="sibTrans" presStyleCnt="0"/>
      <dgm:spPr/>
    </dgm:pt>
    <dgm:pt modelId="{E6AF0D95-6214-4B63-9700-8736F3D5F8FD}" type="pres">
      <dgm:prSet presAssocID="{42419D6C-EE59-45C1-84F1-5480A97BF09A}" presName="composite" presStyleCnt="0"/>
      <dgm:spPr/>
    </dgm:pt>
    <dgm:pt modelId="{E314F29D-244A-4454-929C-4D584A68CBFA}" type="pres">
      <dgm:prSet presAssocID="{42419D6C-EE59-45C1-84F1-5480A97BF09A}" presName="FirstChild" presStyleLbl="revTx" presStyleIdx="2" presStyleCnt="8">
        <dgm:presLayoutVars>
          <dgm:chMax val="0"/>
          <dgm:chPref val="0"/>
          <dgm:bulletEnabled val="1"/>
        </dgm:presLayoutVars>
      </dgm:prSet>
      <dgm:spPr/>
    </dgm:pt>
    <dgm:pt modelId="{CAA8E8CE-13DC-431F-AFDC-CA4733A556FC}" type="pres">
      <dgm:prSet presAssocID="{42419D6C-EE59-45C1-84F1-5480A97BF09A}" presName="Parent" presStyleLbl="alignNode1" presStyleIdx="1" presStyleCnt="4">
        <dgm:presLayoutVars>
          <dgm:chMax val="3"/>
          <dgm:chPref val="3"/>
          <dgm:bulletEnabled val="1"/>
        </dgm:presLayoutVars>
      </dgm:prSet>
      <dgm:spPr/>
    </dgm:pt>
    <dgm:pt modelId="{68DCD637-9EA8-490D-9AFF-79011C495DD6}" type="pres">
      <dgm:prSet presAssocID="{42419D6C-EE59-45C1-84F1-5480A97BF09A}" presName="Accent" presStyleLbl="parChTrans1D1" presStyleIdx="1" presStyleCnt="4"/>
      <dgm:spPr/>
    </dgm:pt>
    <dgm:pt modelId="{4DD7760A-3EC3-4352-91EB-F29A3E0A62A2}" type="pres">
      <dgm:prSet presAssocID="{42419D6C-EE59-45C1-84F1-5480A97BF09A}" presName="Child" presStyleLbl="revTx" presStyleIdx="3" presStyleCnt="8">
        <dgm:presLayoutVars>
          <dgm:chMax val="0"/>
          <dgm:chPref val="0"/>
          <dgm:bulletEnabled val="1"/>
        </dgm:presLayoutVars>
      </dgm:prSet>
      <dgm:spPr/>
    </dgm:pt>
    <dgm:pt modelId="{614D6CEC-1DD3-4594-ABD7-FA4F59329BDE}" type="pres">
      <dgm:prSet presAssocID="{38B9D897-D8CF-4E9C-BBB0-688FCB867F03}" presName="sibTrans" presStyleCnt="0"/>
      <dgm:spPr/>
    </dgm:pt>
    <dgm:pt modelId="{D3F31D28-072A-4BC4-8105-822E9FB7E03E}" type="pres">
      <dgm:prSet presAssocID="{48AFD69D-B0DD-46DC-B0F4-ACBF6A7D3182}" presName="composite" presStyleCnt="0"/>
      <dgm:spPr/>
    </dgm:pt>
    <dgm:pt modelId="{3A930BFD-9F82-481E-9FC4-28DB4A0390BF}" type="pres">
      <dgm:prSet presAssocID="{48AFD69D-B0DD-46DC-B0F4-ACBF6A7D3182}" presName="FirstChild" presStyleLbl="revTx" presStyleIdx="4" presStyleCnt="8">
        <dgm:presLayoutVars>
          <dgm:chMax val="0"/>
          <dgm:chPref val="0"/>
          <dgm:bulletEnabled val="1"/>
        </dgm:presLayoutVars>
      </dgm:prSet>
      <dgm:spPr/>
    </dgm:pt>
    <dgm:pt modelId="{ECA2B855-971D-47A7-A5FE-6575CFB5E3CD}" type="pres">
      <dgm:prSet presAssocID="{48AFD69D-B0DD-46DC-B0F4-ACBF6A7D3182}" presName="Parent" presStyleLbl="alignNode1" presStyleIdx="2" presStyleCnt="4">
        <dgm:presLayoutVars>
          <dgm:chMax val="3"/>
          <dgm:chPref val="3"/>
          <dgm:bulletEnabled val="1"/>
        </dgm:presLayoutVars>
      </dgm:prSet>
      <dgm:spPr/>
    </dgm:pt>
    <dgm:pt modelId="{A250D383-DEDF-4F5B-B02C-8BCAED0D82F1}" type="pres">
      <dgm:prSet presAssocID="{48AFD69D-B0DD-46DC-B0F4-ACBF6A7D3182}" presName="Accent" presStyleLbl="parChTrans1D1" presStyleIdx="2" presStyleCnt="4"/>
      <dgm:spPr/>
    </dgm:pt>
    <dgm:pt modelId="{85CCA9CE-EC45-4FE0-9B99-487E120894FE}" type="pres">
      <dgm:prSet presAssocID="{48AFD69D-B0DD-46DC-B0F4-ACBF6A7D3182}" presName="Child" presStyleLbl="revTx" presStyleIdx="5" presStyleCnt="8">
        <dgm:presLayoutVars>
          <dgm:chMax val="0"/>
          <dgm:chPref val="0"/>
          <dgm:bulletEnabled val="1"/>
        </dgm:presLayoutVars>
      </dgm:prSet>
      <dgm:spPr/>
    </dgm:pt>
    <dgm:pt modelId="{EA966451-FB62-4D5D-866E-1EF53B2905AA}" type="pres">
      <dgm:prSet presAssocID="{1AD06494-321A-4E00-A438-2C646119E1B4}" presName="sibTrans" presStyleCnt="0"/>
      <dgm:spPr/>
    </dgm:pt>
    <dgm:pt modelId="{0B3A0026-B63A-4A5F-9BE7-DE3C81611B0E}" type="pres">
      <dgm:prSet presAssocID="{B2AE7273-E368-464E-9F89-4BF616C52D55}" presName="composite" presStyleCnt="0"/>
      <dgm:spPr/>
    </dgm:pt>
    <dgm:pt modelId="{CEDECE98-2F20-4137-AAA1-112AF66E68D6}" type="pres">
      <dgm:prSet presAssocID="{B2AE7273-E368-464E-9F89-4BF616C52D55}" presName="FirstChild" presStyleLbl="revTx" presStyleIdx="6" presStyleCnt="8">
        <dgm:presLayoutVars>
          <dgm:chMax val="0"/>
          <dgm:chPref val="0"/>
          <dgm:bulletEnabled val="1"/>
        </dgm:presLayoutVars>
      </dgm:prSet>
      <dgm:spPr/>
    </dgm:pt>
    <dgm:pt modelId="{FDFE6F97-1994-48A0-A0D6-A0051AD69A6D}" type="pres">
      <dgm:prSet presAssocID="{B2AE7273-E368-464E-9F89-4BF616C52D55}" presName="Parent" presStyleLbl="alignNode1" presStyleIdx="3" presStyleCnt="4">
        <dgm:presLayoutVars>
          <dgm:chMax val="3"/>
          <dgm:chPref val="3"/>
          <dgm:bulletEnabled val="1"/>
        </dgm:presLayoutVars>
      </dgm:prSet>
      <dgm:spPr/>
    </dgm:pt>
    <dgm:pt modelId="{A2017FB5-556F-46B2-BF52-B5DEADCFFFC5}" type="pres">
      <dgm:prSet presAssocID="{B2AE7273-E368-464E-9F89-4BF616C52D55}" presName="Accent" presStyleLbl="parChTrans1D1" presStyleIdx="3" presStyleCnt="4"/>
      <dgm:spPr/>
    </dgm:pt>
    <dgm:pt modelId="{876B13EC-921C-43F9-A5FE-73E4FA5C970E}" type="pres">
      <dgm:prSet presAssocID="{B2AE7273-E368-464E-9F89-4BF616C52D55}" presName="Child" presStyleLbl="revTx" presStyleIdx="7" presStyleCnt="8">
        <dgm:presLayoutVars>
          <dgm:chMax val="0"/>
          <dgm:chPref val="0"/>
          <dgm:bulletEnabled val="1"/>
        </dgm:presLayoutVars>
      </dgm:prSet>
      <dgm:spPr/>
    </dgm:pt>
  </dgm:ptLst>
  <dgm:cxnLst>
    <dgm:cxn modelId="{E47C4705-F0B1-438F-B557-FBB33AA8DE3C}" srcId="{42419D6C-EE59-45C1-84F1-5480A97BF09A}" destId="{FCAF217B-CC4A-4449-BC2F-8133C0A0B2EF}" srcOrd="1" destOrd="0" parTransId="{89952B8A-6110-4BAA-AD6F-9D962E8267A8}" sibTransId="{5BBCAC17-68DD-4F6B-A804-63A5CB9C93AD}"/>
    <dgm:cxn modelId="{52F5330C-3C3C-4605-9339-5AFB644A9DAC}" type="presOf" srcId="{FCAF217B-CC4A-4449-BC2F-8133C0A0B2EF}" destId="{4DD7760A-3EC3-4352-91EB-F29A3E0A62A2}" srcOrd="0" destOrd="0" presId="urn:microsoft.com/office/officeart/2011/layout/TabList"/>
    <dgm:cxn modelId="{9A9E5F0F-6FFF-4186-B7C7-ED1E59D0952C}" type="presOf" srcId="{42419D6C-EE59-45C1-84F1-5480A97BF09A}" destId="{CAA8E8CE-13DC-431F-AFDC-CA4733A556FC}" srcOrd="0" destOrd="0" presId="urn:microsoft.com/office/officeart/2011/layout/TabList"/>
    <dgm:cxn modelId="{871FA716-8F0A-4CF9-8038-266E19782AF3}" srcId="{6270A1DD-959F-400F-9D0B-DF1B935691F1}" destId="{E4951A99-8B1B-4E4C-8FCC-2F2E37F66B05}" srcOrd="0" destOrd="0" parTransId="{878E0885-8557-48FF-BBF3-1D8F24CB9DE7}" sibTransId="{B613834B-DBB8-4B76-8192-E499FF08C5E9}"/>
    <dgm:cxn modelId="{5637631A-7F0A-496B-97AA-1F699F7F3F2D}" srcId="{6270A1DD-959F-400F-9D0B-DF1B935691F1}" destId="{42419D6C-EE59-45C1-84F1-5480A97BF09A}" srcOrd="1" destOrd="0" parTransId="{DED76863-571F-4565-AA42-500FE51F067A}" sibTransId="{38B9D897-D8CF-4E9C-BBB0-688FCB867F03}"/>
    <dgm:cxn modelId="{81669822-E29D-4389-8FE3-B58F2C68C1BE}" type="presOf" srcId="{48AFD69D-B0DD-46DC-B0F4-ACBF6A7D3182}" destId="{ECA2B855-971D-47A7-A5FE-6575CFB5E3CD}" srcOrd="0" destOrd="0" presId="urn:microsoft.com/office/officeart/2011/layout/TabList"/>
    <dgm:cxn modelId="{7FCAEA26-3075-4CAA-8580-39AF9C8EC63C}" srcId="{48AFD69D-B0DD-46DC-B0F4-ACBF6A7D3182}" destId="{75012B19-B284-4777-B77B-F2E37DF71E70}" srcOrd="0" destOrd="0" parTransId="{2AD022D0-792F-4F47-AC95-CF27295FE021}" sibTransId="{FBBDE19D-A03F-47B9-9938-282771350910}"/>
    <dgm:cxn modelId="{2BCEA728-78EC-492A-8760-8B0E372F63DA}" srcId="{6270A1DD-959F-400F-9D0B-DF1B935691F1}" destId="{B2AE7273-E368-464E-9F89-4BF616C52D55}" srcOrd="3" destOrd="0" parTransId="{F9534723-8E1C-4278-8B83-7F6AF55DF8B1}" sibTransId="{FD3DD7F3-3192-4DAB-83BD-7DFFC0A22900}"/>
    <dgm:cxn modelId="{9A95272A-89AA-41B0-A31F-0D7187760973}" type="presOf" srcId="{B2AE7273-E368-464E-9F89-4BF616C52D55}" destId="{FDFE6F97-1994-48A0-A0D6-A0051AD69A6D}" srcOrd="0" destOrd="0" presId="urn:microsoft.com/office/officeart/2011/layout/TabList"/>
    <dgm:cxn modelId="{4FB2E438-D66A-4D78-892E-7D9AD8A793E2}" type="presOf" srcId="{D72828FE-8929-494E-B78C-BCBF9C4CBA1E}" destId="{ACCACC9F-CB36-495F-B196-05F88AE079EF}" srcOrd="0" destOrd="0" presId="urn:microsoft.com/office/officeart/2011/layout/TabList"/>
    <dgm:cxn modelId="{C3993C3A-5151-466D-BA99-6BF9645EC520}" srcId="{42419D6C-EE59-45C1-84F1-5480A97BF09A}" destId="{1D5B1BD0-ACA9-4A21-BF7D-BDB8C7FA6CF5}" srcOrd="0" destOrd="0" parTransId="{EC031610-2823-4957-B9F5-CFA4D59744B7}" sibTransId="{71B790E5-82AC-4A09-B231-86046E4FA62D}"/>
    <dgm:cxn modelId="{3119054A-BE0D-4899-962D-0DEBC9502E70}" srcId="{6270A1DD-959F-400F-9D0B-DF1B935691F1}" destId="{48AFD69D-B0DD-46DC-B0F4-ACBF6A7D3182}" srcOrd="2" destOrd="0" parTransId="{31FE685E-C633-43A9-BD76-E54FC312EF99}" sibTransId="{1AD06494-321A-4E00-A438-2C646119E1B4}"/>
    <dgm:cxn modelId="{630D686C-351C-4DD1-8C4E-52129713C105}" srcId="{E4951A99-8B1B-4E4C-8FCC-2F2E37F66B05}" destId="{C026C046-73C4-43CE-B621-1EA6C0388E65}" srcOrd="0" destOrd="0" parTransId="{C5DA9E3F-F7F4-4DD3-8994-BFE393FCB458}" sibTransId="{DA3B566E-04F5-4DFA-9F44-28631E6DAC63}"/>
    <dgm:cxn modelId="{8F5EFF4C-CB01-4025-B12B-DD0CA3658928}" type="presOf" srcId="{1D5B1BD0-ACA9-4A21-BF7D-BDB8C7FA6CF5}" destId="{E314F29D-244A-4454-929C-4D584A68CBFA}" srcOrd="0" destOrd="0" presId="urn:microsoft.com/office/officeart/2011/layout/TabList"/>
    <dgm:cxn modelId="{018CCD80-1B81-4722-89FF-759BC8FF85D3}" type="presOf" srcId="{C026C046-73C4-43CE-B621-1EA6C0388E65}" destId="{D90BAE1C-D5AA-4DBE-8E1C-50AC25A03DDB}" srcOrd="0" destOrd="0" presId="urn:microsoft.com/office/officeart/2011/layout/TabList"/>
    <dgm:cxn modelId="{4070AA92-13A6-4DC4-AAFA-84C1E86AF210}" type="presOf" srcId="{E4951A99-8B1B-4E4C-8FCC-2F2E37F66B05}" destId="{EA924ED7-CA70-4436-B744-AF95205EECEC}" srcOrd="0" destOrd="0" presId="urn:microsoft.com/office/officeart/2011/layout/TabList"/>
    <dgm:cxn modelId="{74CBBD9D-0AE8-4294-94D3-0D9140606DFF}" srcId="{B2AE7273-E368-464E-9F89-4BF616C52D55}" destId="{B78666A5-452D-41AA-B722-89430B9F5C04}" srcOrd="0" destOrd="0" parTransId="{73321114-6EA8-4CF2-9173-F6761ABE7E2D}" sibTransId="{1C655247-B831-4374-8052-13F0C717D455}"/>
    <dgm:cxn modelId="{7AAEDFA2-B455-4969-BBDB-E718F9A27A8D}" type="presOf" srcId="{6270A1DD-959F-400F-9D0B-DF1B935691F1}" destId="{8E543ED3-D297-4965-BDDE-AD40A3B99C8F}" srcOrd="0" destOrd="0" presId="urn:microsoft.com/office/officeart/2011/layout/TabList"/>
    <dgm:cxn modelId="{6A1756B8-0C0A-4E45-AAF0-513D2C1F65FC}" srcId="{E4951A99-8B1B-4E4C-8FCC-2F2E37F66B05}" destId="{D72828FE-8929-494E-B78C-BCBF9C4CBA1E}" srcOrd="1" destOrd="0" parTransId="{CC375631-3B28-4FEF-87E4-045FAE90E7B7}" sibTransId="{ECBE4B8B-5033-4E86-87CD-519A56EB8907}"/>
    <dgm:cxn modelId="{BA6734CD-116D-43E1-9D83-7E3E3A653880}" srcId="{48AFD69D-B0DD-46DC-B0F4-ACBF6A7D3182}" destId="{BD9519E3-6DD5-4FD4-93C4-87AEC5228CE1}" srcOrd="1" destOrd="0" parTransId="{72A6474E-9FB1-4989-8B61-F3F4B8EBBB12}" sibTransId="{EEAB1B1E-F964-48FA-9674-109A014CF979}"/>
    <dgm:cxn modelId="{D522A8D3-FA3A-42B5-9F07-2CCB52475A6F}" type="presOf" srcId="{75012B19-B284-4777-B77B-F2E37DF71E70}" destId="{3A930BFD-9F82-481E-9FC4-28DB4A0390BF}" srcOrd="0" destOrd="0" presId="urn:microsoft.com/office/officeart/2011/layout/TabList"/>
    <dgm:cxn modelId="{DA4F1ED7-585E-4245-B97C-7FD844872BA9}" srcId="{B2AE7273-E368-464E-9F89-4BF616C52D55}" destId="{3068814A-8EF2-402E-A264-45DAD287478B}" srcOrd="1" destOrd="0" parTransId="{A832D28D-3D30-476A-A42E-DBCDEF084CEC}" sibTransId="{D061B0A6-ED57-406D-8C3A-70F8F03C7B4B}"/>
    <dgm:cxn modelId="{E75638DD-593C-4F1D-9354-95E6C0F080A9}" type="presOf" srcId="{BD9519E3-6DD5-4FD4-93C4-87AEC5228CE1}" destId="{85CCA9CE-EC45-4FE0-9B99-487E120894FE}" srcOrd="0" destOrd="0" presId="urn:microsoft.com/office/officeart/2011/layout/TabList"/>
    <dgm:cxn modelId="{608FE6E9-33B9-4F6A-8A6E-267094719953}" type="presOf" srcId="{3068814A-8EF2-402E-A264-45DAD287478B}" destId="{876B13EC-921C-43F9-A5FE-73E4FA5C970E}" srcOrd="0" destOrd="0" presId="urn:microsoft.com/office/officeart/2011/layout/TabList"/>
    <dgm:cxn modelId="{635649ED-71A8-4D37-9A7A-EAC5520CA8D8}" type="presOf" srcId="{B78666A5-452D-41AA-B722-89430B9F5C04}" destId="{CEDECE98-2F20-4137-AAA1-112AF66E68D6}" srcOrd="0" destOrd="0" presId="urn:microsoft.com/office/officeart/2011/layout/TabList"/>
    <dgm:cxn modelId="{4FC905CD-E985-4ABE-8DA1-059CDAD05404}" type="presParOf" srcId="{8E543ED3-D297-4965-BDDE-AD40A3B99C8F}" destId="{B63E18DF-874C-4116-80AC-9E018D9D6583}" srcOrd="0" destOrd="0" presId="urn:microsoft.com/office/officeart/2011/layout/TabList"/>
    <dgm:cxn modelId="{6CD610D4-E984-4D65-8ABC-479E647C27C5}" type="presParOf" srcId="{B63E18DF-874C-4116-80AC-9E018D9D6583}" destId="{D90BAE1C-D5AA-4DBE-8E1C-50AC25A03DDB}" srcOrd="0" destOrd="0" presId="urn:microsoft.com/office/officeart/2011/layout/TabList"/>
    <dgm:cxn modelId="{3F9AA675-6E3C-424D-AADB-F160232D1EB8}" type="presParOf" srcId="{B63E18DF-874C-4116-80AC-9E018D9D6583}" destId="{EA924ED7-CA70-4436-B744-AF95205EECEC}" srcOrd="1" destOrd="0" presId="urn:microsoft.com/office/officeart/2011/layout/TabList"/>
    <dgm:cxn modelId="{96F9081C-5BAB-4EBE-9C26-77539996CEDA}" type="presParOf" srcId="{B63E18DF-874C-4116-80AC-9E018D9D6583}" destId="{5C401E90-6E9A-4B82-A9E4-0A767DE365C4}" srcOrd="2" destOrd="0" presId="urn:microsoft.com/office/officeart/2011/layout/TabList"/>
    <dgm:cxn modelId="{FCC9519D-FC26-4A53-8316-06F610DE8B8A}" type="presParOf" srcId="{8E543ED3-D297-4965-BDDE-AD40A3B99C8F}" destId="{ACCACC9F-CB36-495F-B196-05F88AE079EF}" srcOrd="1" destOrd="0" presId="urn:microsoft.com/office/officeart/2011/layout/TabList"/>
    <dgm:cxn modelId="{02853B9B-8C4F-4988-B4DB-3B64F03F0A08}" type="presParOf" srcId="{8E543ED3-D297-4965-BDDE-AD40A3B99C8F}" destId="{234A7FBA-131E-4907-B0D6-6A7AC473525C}" srcOrd="2" destOrd="0" presId="urn:microsoft.com/office/officeart/2011/layout/TabList"/>
    <dgm:cxn modelId="{929AAE16-127F-42A3-BC53-4A0EE3DCBA0F}" type="presParOf" srcId="{8E543ED3-D297-4965-BDDE-AD40A3B99C8F}" destId="{E6AF0D95-6214-4B63-9700-8736F3D5F8FD}" srcOrd="3" destOrd="0" presId="urn:microsoft.com/office/officeart/2011/layout/TabList"/>
    <dgm:cxn modelId="{43BEB274-3978-487C-BD4A-F28BE82CA843}" type="presParOf" srcId="{E6AF0D95-6214-4B63-9700-8736F3D5F8FD}" destId="{E314F29D-244A-4454-929C-4D584A68CBFA}" srcOrd="0" destOrd="0" presId="urn:microsoft.com/office/officeart/2011/layout/TabList"/>
    <dgm:cxn modelId="{1FF4317B-D21F-49BA-BC44-661B777B82CA}" type="presParOf" srcId="{E6AF0D95-6214-4B63-9700-8736F3D5F8FD}" destId="{CAA8E8CE-13DC-431F-AFDC-CA4733A556FC}" srcOrd="1" destOrd="0" presId="urn:microsoft.com/office/officeart/2011/layout/TabList"/>
    <dgm:cxn modelId="{B1776F74-3817-4CBC-85CD-18C0206B846E}" type="presParOf" srcId="{E6AF0D95-6214-4B63-9700-8736F3D5F8FD}" destId="{68DCD637-9EA8-490D-9AFF-79011C495DD6}" srcOrd="2" destOrd="0" presId="urn:microsoft.com/office/officeart/2011/layout/TabList"/>
    <dgm:cxn modelId="{9C65FB1F-3DB3-47A5-A52A-C901F945CA92}" type="presParOf" srcId="{8E543ED3-D297-4965-BDDE-AD40A3B99C8F}" destId="{4DD7760A-3EC3-4352-91EB-F29A3E0A62A2}" srcOrd="4" destOrd="0" presId="urn:microsoft.com/office/officeart/2011/layout/TabList"/>
    <dgm:cxn modelId="{04C38E73-6FA1-47DE-9A61-EE6C0FF0A637}" type="presParOf" srcId="{8E543ED3-D297-4965-BDDE-AD40A3B99C8F}" destId="{614D6CEC-1DD3-4594-ABD7-FA4F59329BDE}" srcOrd="5" destOrd="0" presId="urn:microsoft.com/office/officeart/2011/layout/TabList"/>
    <dgm:cxn modelId="{42AF21F1-A39A-4F5E-A8D3-8E117D12C8BA}" type="presParOf" srcId="{8E543ED3-D297-4965-BDDE-AD40A3B99C8F}" destId="{D3F31D28-072A-4BC4-8105-822E9FB7E03E}" srcOrd="6" destOrd="0" presId="urn:microsoft.com/office/officeart/2011/layout/TabList"/>
    <dgm:cxn modelId="{890E9F67-DEC8-4672-A2F5-4C72B88C2FC2}" type="presParOf" srcId="{D3F31D28-072A-4BC4-8105-822E9FB7E03E}" destId="{3A930BFD-9F82-481E-9FC4-28DB4A0390BF}" srcOrd="0" destOrd="0" presId="urn:microsoft.com/office/officeart/2011/layout/TabList"/>
    <dgm:cxn modelId="{F5F44DCD-2625-4C77-9EAD-30B48667C794}" type="presParOf" srcId="{D3F31D28-072A-4BC4-8105-822E9FB7E03E}" destId="{ECA2B855-971D-47A7-A5FE-6575CFB5E3CD}" srcOrd="1" destOrd="0" presId="urn:microsoft.com/office/officeart/2011/layout/TabList"/>
    <dgm:cxn modelId="{466B7556-CB0D-4F1E-B03D-46043A17A322}" type="presParOf" srcId="{D3F31D28-072A-4BC4-8105-822E9FB7E03E}" destId="{A250D383-DEDF-4F5B-B02C-8BCAED0D82F1}" srcOrd="2" destOrd="0" presId="urn:microsoft.com/office/officeart/2011/layout/TabList"/>
    <dgm:cxn modelId="{ABBE791E-7E62-44F4-903C-DD16FC1011FC}" type="presParOf" srcId="{8E543ED3-D297-4965-BDDE-AD40A3B99C8F}" destId="{85CCA9CE-EC45-4FE0-9B99-487E120894FE}" srcOrd="7" destOrd="0" presId="urn:microsoft.com/office/officeart/2011/layout/TabList"/>
    <dgm:cxn modelId="{09A80499-BC4E-4168-BADA-869674D43404}" type="presParOf" srcId="{8E543ED3-D297-4965-BDDE-AD40A3B99C8F}" destId="{EA966451-FB62-4D5D-866E-1EF53B2905AA}" srcOrd="8" destOrd="0" presId="urn:microsoft.com/office/officeart/2011/layout/TabList"/>
    <dgm:cxn modelId="{C7C4884D-EEC0-43C4-8DE0-F566D48FFE49}" type="presParOf" srcId="{8E543ED3-D297-4965-BDDE-AD40A3B99C8F}" destId="{0B3A0026-B63A-4A5F-9BE7-DE3C81611B0E}" srcOrd="9" destOrd="0" presId="urn:microsoft.com/office/officeart/2011/layout/TabList"/>
    <dgm:cxn modelId="{EADD67A6-BAAC-4773-96FD-A2818ADA6A08}" type="presParOf" srcId="{0B3A0026-B63A-4A5F-9BE7-DE3C81611B0E}" destId="{CEDECE98-2F20-4137-AAA1-112AF66E68D6}" srcOrd="0" destOrd="0" presId="urn:microsoft.com/office/officeart/2011/layout/TabList"/>
    <dgm:cxn modelId="{9E29F93A-1A50-4AF7-A39B-709CC8942C41}" type="presParOf" srcId="{0B3A0026-B63A-4A5F-9BE7-DE3C81611B0E}" destId="{FDFE6F97-1994-48A0-A0D6-A0051AD69A6D}" srcOrd="1" destOrd="0" presId="urn:microsoft.com/office/officeart/2011/layout/TabList"/>
    <dgm:cxn modelId="{A1C8CEF6-FB92-422F-8956-C5F3E02D1C12}" type="presParOf" srcId="{0B3A0026-B63A-4A5F-9BE7-DE3C81611B0E}" destId="{A2017FB5-556F-46B2-BF52-B5DEADCFFFC5}" srcOrd="2" destOrd="0" presId="urn:microsoft.com/office/officeart/2011/layout/TabList"/>
    <dgm:cxn modelId="{3461E2E8-F909-4666-A986-05722AEADCB8}" type="presParOf" srcId="{8E543ED3-D297-4965-BDDE-AD40A3B99C8F}" destId="{876B13EC-921C-43F9-A5FE-73E4FA5C970E}" srcOrd="10"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DEDD838-DD57-422E-BB0B-28F578E648D5}" type="doc">
      <dgm:prSet loTypeId="urn:microsoft.com/office/officeart/2011/layout/TabList" loCatId="list" qsTypeId="urn:microsoft.com/office/officeart/2005/8/quickstyle/simple1#11" qsCatId="simple" csTypeId="urn:microsoft.com/office/officeart/2005/8/colors/accent1_2#22" csCatId="accent1" phldr="1"/>
      <dgm:spPr/>
      <dgm:t>
        <a:bodyPr/>
        <a:lstStyle/>
        <a:p>
          <a:endParaRPr lang="tr-TR"/>
        </a:p>
      </dgm:t>
    </dgm:pt>
    <dgm:pt modelId="{E4020B96-893B-4819-B1DB-D08D2EFBF56C}">
      <dgm:prSet phldrT="[Metin]"/>
      <dgm:spPr/>
      <dgm:t>
        <a:bodyPr/>
        <a:lstStyle/>
        <a:p>
          <a:r>
            <a:rPr lang="tr-TR" dirty="0"/>
            <a:t>Dürüstlük</a:t>
          </a:r>
        </a:p>
      </dgm:t>
    </dgm:pt>
    <dgm:pt modelId="{88723A5C-2BAC-495B-A82E-B14456053377}" type="parTrans" cxnId="{05ABF9B4-E5F0-4583-97D7-D7433D56EFCD}">
      <dgm:prSet/>
      <dgm:spPr/>
      <dgm:t>
        <a:bodyPr/>
        <a:lstStyle/>
        <a:p>
          <a:endParaRPr lang="tr-TR"/>
        </a:p>
      </dgm:t>
    </dgm:pt>
    <dgm:pt modelId="{34DFE964-A3FB-4423-8410-81E4B0B70EA7}" type="sibTrans" cxnId="{05ABF9B4-E5F0-4583-97D7-D7433D56EFCD}">
      <dgm:prSet/>
      <dgm:spPr/>
      <dgm:t>
        <a:bodyPr/>
        <a:lstStyle/>
        <a:p>
          <a:endParaRPr lang="tr-TR"/>
        </a:p>
      </dgm:t>
    </dgm:pt>
    <dgm:pt modelId="{7197998E-982B-4433-9A01-F398C0770856}">
      <dgm:prSet phldrT="[Metin]"/>
      <dgm:spPr/>
      <dgm:t>
        <a:bodyPr/>
        <a:lstStyle/>
        <a:p>
          <a:endParaRPr lang="tr-TR" dirty="0"/>
        </a:p>
      </dgm:t>
    </dgm:pt>
    <dgm:pt modelId="{F00FCAE4-FC4A-4883-B2AB-AB2D5E5559B9}" type="parTrans" cxnId="{0A22C752-C5D8-409F-95F1-F2B21AAFECC5}">
      <dgm:prSet/>
      <dgm:spPr/>
      <dgm:t>
        <a:bodyPr/>
        <a:lstStyle/>
        <a:p>
          <a:endParaRPr lang="tr-TR"/>
        </a:p>
      </dgm:t>
    </dgm:pt>
    <dgm:pt modelId="{2115B50F-BE09-42E7-B9E5-9B160E0F7575}" type="sibTrans" cxnId="{0A22C752-C5D8-409F-95F1-F2B21AAFECC5}">
      <dgm:prSet/>
      <dgm:spPr/>
      <dgm:t>
        <a:bodyPr/>
        <a:lstStyle/>
        <a:p>
          <a:endParaRPr lang="tr-TR"/>
        </a:p>
      </dgm:t>
    </dgm:pt>
    <dgm:pt modelId="{1272DD23-2F2F-4980-94C9-2F1987197B24}">
      <dgm:prSet phldrT="[Metin]"/>
      <dgm:spPr/>
      <dgm:t>
        <a:bodyPr/>
        <a:lstStyle/>
        <a:p>
          <a:r>
            <a:rPr lang="tr-TR" dirty="0"/>
            <a:t>Herkes haklarını kullanırken ve borçlarını yerine getirirken dürüstlük kurallarına uymak zorundadır. </a:t>
          </a:r>
        </a:p>
      </dgm:t>
    </dgm:pt>
    <dgm:pt modelId="{234C07FB-555C-4EFC-93B5-D0D009E5D116}" type="parTrans" cxnId="{AC0B17BD-E6F8-4BF4-9974-EE95E83C1B43}">
      <dgm:prSet/>
      <dgm:spPr/>
      <dgm:t>
        <a:bodyPr/>
        <a:lstStyle/>
        <a:p>
          <a:endParaRPr lang="tr-TR"/>
        </a:p>
      </dgm:t>
    </dgm:pt>
    <dgm:pt modelId="{087D67AC-829E-4067-8B8C-3F8738B26D58}" type="sibTrans" cxnId="{AC0B17BD-E6F8-4BF4-9974-EE95E83C1B43}">
      <dgm:prSet/>
      <dgm:spPr/>
      <dgm:t>
        <a:bodyPr/>
        <a:lstStyle/>
        <a:p>
          <a:endParaRPr lang="tr-TR"/>
        </a:p>
      </dgm:t>
    </dgm:pt>
    <dgm:pt modelId="{611E7F74-FB54-4F29-815E-90C95FCA97F9}">
      <dgm:prSet phldrT="[Metin]"/>
      <dgm:spPr/>
      <dgm:t>
        <a:bodyPr/>
        <a:lstStyle/>
        <a:p>
          <a:r>
            <a:rPr lang="tr-TR" dirty="0"/>
            <a:t>İyi niyet</a:t>
          </a:r>
        </a:p>
      </dgm:t>
    </dgm:pt>
    <dgm:pt modelId="{980D2B46-A7A4-4088-86C0-FD51EBF0C833}" type="parTrans" cxnId="{75F63784-7BB0-4E50-BD60-DF9418570FD9}">
      <dgm:prSet/>
      <dgm:spPr/>
      <dgm:t>
        <a:bodyPr/>
        <a:lstStyle/>
        <a:p>
          <a:endParaRPr lang="tr-TR"/>
        </a:p>
      </dgm:t>
    </dgm:pt>
    <dgm:pt modelId="{63A670A6-438E-4788-ACC9-D2323E6CB8EA}" type="sibTrans" cxnId="{75F63784-7BB0-4E50-BD60-DF9418570FD9}">
      <dgm:prSet/>
      <dgm:spPr/>
      <dgm:t>
        <a:bodyPr/>
        <a:lstStyle/>
        <a:p>
          <a:endParaRPr lang="tr-TR"/>
        </a:p>
      </dgm:t>
    </dgm:pt>
    <dgm:pt modelId="{DF7C791C-784D-4A68-AEDD-54FC3692D078}">
      <dgm:prSet phldrT="[Metin]"/>
      <dgm:spPr/>
      <dgm:t>
        <a:bodyPr/>
        <a:lstStyle/>
        <a:p>
          <a:endParaRPr lang="tr-TR" dirty="0"/>
        </a:p>
      </dgm:t>
    </dgm:pt>
    <dgm:pt modelId="{9A74D762-B946-4470-B5AB-E894D4C50D42}" type="parTrans" cxnId="{046475D4-30E7-461F-B0AB-D5544BF11C3F}">
      <dgm:prSet/>
      <dgm:spPr/>
      <dgm:t>
        <a:bodyPr/>
        <a:lstStyle/>
        <a:p>
          <a:endParaRPr lang="tr-TR"/>
        </a:p>
      </dgm:t>
    </dgm:pt>
    <dgm:pt modelId="{FBF7D955-8252-4411-9E7F-32EE91314512}" type="sibTrans" cxnId="{046475D4-30E7-461F-B0AB-D5544BF11C3F}">
      <dgm:prSet/>
      <dgm:spPr/>
      <dgm:t>
        <a:bodyPr/>
        <a:lstStyle/>
        <a:p>
          <a:endParaRPr lang="tr-TR"/>
        </a:p>
      </dgm:t>
    </dgm:pt>
    <dgm:pt modelId="{8058BCF1-31FB-4F7A-A462-525DC5DB429F}">
      <dgm:prSet phldrT="[Metin]"/>
      <dgm:spPr/>
      <dgm:t>
        <a:bodyPr/>
        <a:lstStyle/>
        <a:p>
          <a:r>
            <a:rPr lang="tr-TR" dirty="0"/>
            <a:t>Kanunun iyi niyete hukuki sonuç bağladığı durumda iyi niyet var sayılır. </a:t>
          </a:r>
        </a:p>
      </dgm:t>
    </dgm:pt>
    <dgm:pt modelId="{B3746296-B863-4E3D-9E4C-386C4F741947}" type="parTrans" cxnId="{6181CEB9-6548-41D3-B912-0E959DEAEFD2}">
      <dgm:prSet/>
      <dgm:spPr/>
      <dgm:t>
        <a:bodyPr/>
        <a:lstStyle/>
        <a:p>
          <a:endParaRPr lang="tr-TR"/>
        </a:p>
      </dgm:t>
    </dgm:pt>
    <dgm:pt modelId="{52FE23F3-EF32-47FA-A609-964BB06B3400}" type="sibTrans" cxnId="{6181CEB9-6548-41D3-B912-0E959DEAEFD2}">
      <dgm:prSet/>
      <dgm:spPr/>
      <dgm:t>
        <a:bodyPr/>
        <a:lstStyle/>
        <a:p>
          <a:endParaRPr lang="tr-TR"/>
        </a:p>
      </dgm:t>
    </dgm:pt>
    <dgm:pt modelId="{121005B5-A773-4BF1-89CC-15F68C2FF796}">
      <dgm:prSet phldrT="[Metin]"/>
      <dgm:spPr/>
      <dgm:t>
        <a:bodyPr/>
        <a:lstStyle/>
        <a:p>
          <a:r>
            <a:rPr lang="tr-TR" dirty="0"/>
            <a:t>İspat Yükü</a:t>
          </a:r>
        </a:p>
      </dgm:t>
    </dgm:pt>
    <dgm:pt modelId="{5AC960A4-F070-4D30-AB3F-FF31549EE968}" type="parTrans" cxnId="{0817B421-0139-4E5E-B80C-7B0F29DE8D55}">
      <dgm:prSet/>
      <dgm:spPr/>
      <dgm:t>
        <a:bodyPr/>
        <a:lstStyle/>
        <a:p>
          <a:endParaRPr lang="tr-TR"/>
        </a:p>
      </dgm:t>
    </dgm:pt>
    <dgm:pt modelId="{5A70B7BA-93F5-4D74-917F-4D35EA46EB9F}" type="sibTrans" cxnId="{0817B421-0139-4E5E-B80C-7B0F29DE8D55}">
      <dgm:prSet/>
      <dgm:spPr/>
      <dgm:t>
        <a:bodyPr/>
        <a:lstStyle/>
        <a:p>
          <a:endParaRPr lang="tr-TR"/>
        </a:p>
      </dgm:t>
    </dgm:pt>
    <dgm:pt modelId="{F1E43EDD-87E1-4A2F-B072-AFEF13227B82}">
      <dgm:prSet phldrT="[Metin]"/>
      <dgm:spPr/>
      <dgm:t>
        <a:bodyPr/>
        <a:lstStyle/>
        <a:p>
          <a:endParaRPr lang="tr-TR" dirty="0"/>
        </a:p>
      </dgm:t>
    </dgm:pt>
    <dgm:pt modelId="{5A080B22-B105-4BA0-B3FE-2B05BBA29A21}" type="parTrans" cxnId="{28868EB9-78BC-4F18-BC99-C14491184FAA}">
      <dgm:prSet/>
      <dgm:spPr/>
      <dgm:t>
        <a:bodyPr/>
        <a:lstStyle/>
        <a:p>
          <a:endParaRPr lang="tr-TR"/>
        </a:p>
      </dgm:t>
    </dgm:pt>
    <dgm:pt modelId="{277C904C-3B07-4AFB-BF78-FC331E36FEED}" type="sibTrans" cxnId="{28868EB9-78BC-4F18-BC99-C14491184FAA}">
      <dgm:prSet/>
      <dgm:spPr/>
      <dgm:t>
        <a:bodyPr/>
        <a:lstStyle/>
        <a:p>
          <a:endParaRPr lang="tr-TR"/>
        </a:p>
      </dgm:t>
    </dgm:pt>
    <dgm:pt modelId="{1528F40B-64E5-41C7-83B6-0E00EF43D756}">
      <dgm:prSet phldrT="[Metin]"/>
      <dgm:spPr/>
      <dgm:t>
        <a:bodyPr/>
        <a:lstStyle/>
        <a:p>
          <a:r>
            <a:rPr lang="tr-TR" dirty="0"/>
            <a:t>Kanunda aksine bir hüküm olmadıkça herkes iddiasını ispatla yükümlüdür. </a:t>
          </a:r>
        </a:p>
      </dgm:t>
    </dgm:pt>
    <dgm:pt modelId="{A6ABEAB4-E2C8-44D2-A3C1-E7A538B79F14}" type="parTrans" cxnId="{C4925B6A-2371-404F-81F6-91F931097D81}">
      <dgm:prSet/>
      <dgm:spPr/>
      <dgm:t>
        <a:bodyPr/>
        <a:lstStyle/>
        <a:p>
          <a:endParaRPr lang="tr-TR"/>
        </a:p>
      </dgm:t>
    </dgm:pt>
    <dgm:pt modelId="{013F6DC1-999A-465D-9DA3-5A380AC88F7A}" type="sibTrans" cxnId="{C4925B6A-2371-404F-81F6-91F931097D81}">
      <dgm:prSet/>
      <dgm:spPr/>
      <dgm:t>
        <a:bodyPr/>
        <a:lstStyle/>
        <a:p>
          <a:endParaRPr lang="tr-TR"/>
        </a:p>
      </dgm:t>
    </dgm:pt>
    <dgm:pt modelId="{29968A71-5AE1-4986-87A8-947FA6C43DBE}" type="pres">
      <dgm:prSet presAssocID="{DDEDD838-DD57-422E-BB0B-28F578E648D5}" presName="Name0" presStyleCnt="0">
        <dgm:presLayoutVars>
          <dgm:chMax/>
          <dgm:chPref val="3"/>
          <dgm:dir/>
          <dgm:animOne val="branch"/>
          <dgm:animLvl val="lvl"/>
        </dgm:presLayoutVars>
      </dgm:prSet>
      <dgm:spPr/>
    </dgm:pt>
    <dgm:pt modelId="{8A17AC94-2031-44A1-A65E-012B586A9487}" type="pres">
      <dgm:prSet presAssocID="{E4020B96-893B-4819-B1DB-D08D2EFBF56C}" presName="composite" presStyleCnt="0"/>
      <dgm:spPr/>
    </dgm:pt>
    <dgm:pt modelId="{D3B108DC-1329-4103-BA5B-021022554591}" type="pres">
      <dgm:prSet presAssocID="{E4020B96-893B-4819-B1DB-D08D2EFBF56C}" presName="FirstChild" presStyleLbl="revTx" presStyleIdx="0" presStyleCnt="6">
        <dgm:presLayoutVars>
          <dgm:chMax val="0"/>
          <dgm:chPref val="0"/>
          <dgm:bulletEnabled val="1"/>
        </dgm:presLayoutVars>
      </dgm:prSet>
      <dgm:spPr/>
    </dgm:pt>
    <dgm:pt modelId="{8C307DB6-A524-4A19-BDDF-CD009926CB36}" type="pres">
      <dgm:prSet presAssocID="{E4020B96-893B-4819-B1DB-D08D2EFBF56C}" presName="Parent" presStyleLbl="alignNode1" presStyleIdx="0" presStyleCnt="3">
        <dgm:presLayoutVars>
          <dgm:chMax val="3"/>
          <dgm:chPref val="3"/>
          <dgm:bulletEnabled val="1"/>
        </dgm:presLayoutVars>
      </dgm:prSet>
      <dgm:spPr/>
    </dgm:pt>
    <dgm:pt modelId="{8437C3A8-0B2C-4086-9A97-E437B3B93BF7}" type="pres">
      <dgm:prSet presAssocID="{E4020B96-893B-4819-B1DB-D08D2EFBF56C}" presName="Accent" presStyleLbl="parChTrans1D1" presStyleIdx="0" presStyleCnt="3"/>
      <dgm:spPr/>
    </dgm:pt>
    <dgm:pt modelId="{9CE35844-FD5A-467E-957F-AEC6162E3D76}" type="pres">
      <dgm:prSet presAssocID="{E4020B96-893B-4819-B1DB-D08D2EFBF56C}" presName="Child" presStyleLbl="revTx" presStyleIdx="1" presStyleCnt="6">
        <dgm:presLayoutVars>
          <dgm:chMax val="0"/>
          <dgm:chPref val="0"/>
          <dgm:bulletEnabled val="1"/>
        </dgm:presLayoutVars>
      </dgm:prSet>
      <dgm:spPr/>
    </dgm:pt>
    <dgm:pt modelId="{454D78E3-5BE6-4B1F-9167-927A4BB933F9}" type="pres">
      <dgm:prSet presAssocID="{34DFE964-A3FB-4423-8410-81E4B0B70EA7}" presName="sibTrans" presStyleCnt="0"/>
      <dgm:spPr/>
    </dgm:pt>
    <dgm:pt modelId="{32CA97E2-3C50-4DA5-81FB-2BF69113927B}" type="pres">
      <dgm:prSet presAssocID="{611E7F74-FB54-4F29-815E-90C95FCA97F9}" presName="composite" presStyleCnt="0"/>
      <dgm:spPr/>
    </dgm:pt>
    <dgm:pt modelId="{9BC466B9-4FEA-4737-9194-DBE24B9BDEFB}" type="pres">
      <dgm:prSet presAssocID="{611E7F74-FB54-4F29-815E-90C95FCA97F9}" presName="FirstChild" presStyleLbl="revTx" presStyleIdx="2" presStyleCnt="6">
        <dgm:presLayoutVars>
          <dgm:chMax val="0"/>
          <dgm:chPref val="0"/>
          <dgm:bulletEnabled val="1"/>
        </dgm:presLayoutVars>
      </dgm:prSet>
      <dgm:spPr/>
    </dgm:pt>
    <dgm:pt modelId="{C49B4833-BFF9-401D-A412-3C2913C9A3BB}" type="pres">
      <dgm:prSet presAssocID="{611E7F74-FB54-4F29-815E-90C95FCA97F9}" presName="Parent" presStyleLbl="alignNode1" presStyleIdx="1" presStyleCnt="3">
        <dgm:presLayoutVars>
          <dgm:chMax val="3"/>
          <dgm:chPref val="3"/>
          <dgm:bulletEnabled val="1"/>
        </dgm:presLayoutVars>
      </dgm:prSet>
      <dgm:spPr/>
    </dgm:pt>
    <dgm:pt modelId="{6EC6F1F8-98DE-48A4-8FF4-8DC737953830}" type="pres">
      <dgm:prSet presAssocID="{611E7F74-FB54-4F29-815E-90C95FCA97F9}" presName="Accent" presStyleLbl="parChTrans1D1" presStyleIdx="1" presStyleCnt="3"/>
      <dgm:spPr/>
    </dgm:pt>
    <dgm:pt modelId="{19983092-2851-499F-9389-08077D21D94F}" type="pres">
      <dgm:prSet presAssocID="{611E7F74-FB54-4F29-815E-90C95FCA97F9}" presName="Child" presStyleLbl="revTx" presStyleIdx="3" presStyleCnt="6">
        <dgm:presLayoutVars>
          <dgm:chMax val="0"/>
          <dgm:chPref val="0"/>
          <dgm:bulletEnabled val="1"/>
        </dgm:presLayoutVars>
      </dgm:prSet>
      <dgm:spPr/>
    </dgm:pt>
    <dgm:pt modelId="{4402A236-2FEB-471E-A3B9-D91B84AC13E8}" type="pres">
      <dgm:prSet presAssocID="{63A670A6-438E-4788-ACC9-D2323E6CB8EA}" presName="sibTrans" presStyleCnt="0"/>
      <dgm:spPr/>
    </dgm:pt>
    <dgm:pt modelId="{5FDC4C82-18E8-4BC1-B976-1705C7408510}" type="pres">
      <dgm:prSet presAssocID="{121005B5-A773-4BF1-89CC-15F68C2FF796}" presName="composite" presStyleCnt="0"/>
      <dgm:spPr/>
    </dgm:pt>
    <dgm:pt modelId="{4D0F08F0-037A-4486-A6C2-79A5B25C0588}" type="pres">
      <dgm:prSet presAssocID="{121005B5-A773-4BF1-89CC-15F68C2FF796}" presName="FirstChild" presStyleLbl="revTx" presStyleIdx="4" presStyleCnt="6">
        <dgm:presLayoutVars>
          <dgm:chMax val="0"/>
          <dgm:chPref val="0"/>
          <dgm:bulletEnabled val="1"/>
        </dgm:presLayoutVars>
      </dgm:prSet>
      <dgm:spPr/>
    </dgm:pt>
    <dgm:pt modelId="{FF5D9D38-F655-4DFE-92AB-FAD2F69D2CC1}" type="pres">
      <dgm:prSet presAssocID="{121005B5-A773-4BF1-89CC-15F68C2FF796}" presName="Parent" presStyleLbl="alignNode1" presStyleIdx="2" presStyleCnt="3">
        <dgm:presLayoutVars>
          <dgm:chMax val="3"/>
          <dgm:chPref val="3"/>
          <dgm:bulletEnabled val="1"/>
        </dgm:presLayoutVars>
      </dgm:prSet>
      <dgm:spPr/>
    </dgm:pt>
    <dgm:pt modelId="{D94D8D4B-3302-4E89-9C66-8E4610E069AC}" type="pres">
      <dgm:prSet presAssocID="{121005B5-A773-4BF1-89CC-15F68C2FF796}" presName="Accent" presStyleLbl="parChTrans1D1" presStyleIdx="2" presStyleCnt="3"/>
      <dgm:spPr/>
    </dgm:pt>
    <dgm:pt modelId="{4C5E2987-D2DD-4AB7-8E1E-7852E213A4D3}" type="pres">
      <dgm:prSet presAssocID="{121005B5-A773-4BF1-89CC-15F68C2FF796}" presName="Child" presStyleLbl="revTx" presStyleIdx="5" presStyleCnt="6">
        <dgm:presLayoutVars>
          <dgm:chMax val="0"/>
          <dgm:chPref val="0"/>
          <dgm:bulletEnabled val="1"/>
        </dgm:presLayoutVars>
      </dgm:prSet>
      <dgm:spPr/>
    </dgm:pt>
  </dgm:ptLst>
  <dgm:cxnLst>
    <dgm:cxn modelId="{804D3D02-CBE0-4560-BBF4-1B255576733F}" type="presOf" srcId="{DDEDD838-DD57-422E-BB0B-28F578E648D5}" destId="{29968A71-5AE1-4986-87A8-947FA6C43DBE}" srcOrd="0" destOrd="0" presId="urn:microsoft.com/office/officeart/2011/layout/TabList"/>
    <dgm:cxn modelId="{19962F04-243E-47D1-88A5-5A82CAEEC35E}" type="presOf" srcId="{611E7F74-FB54-4F29-815E-90C95FCA97F9}" destId="{C49B4833-BFF9-401D-A412-3C2913C9A3BB}" srcOrd="0" destOrd="0" presId="urn:microsoft.com/office/officeart/2011/layout/TabList"/>
    <dgm:cxn modelId="{0817B421-0139-4E5E-B80C-7B0F29DE8D55}" srcId="{DDEDD838-DD57-422E-BB0B-28F578E648D5}" destId="{121005B5-A773-4BF1-89CC-15F68C2FF796}" srcOrd="2" destOrd="0" parTransId="{5AC960A4-F070-4D30-AB3F-FF31549EE968}" sibTransId="{5A70B7BA-93F5-4D74-917F-4D35EA46EB9F}"/>
    <dgm:cxn modelId="{58C13941-403F-4A8C-B6CA-65FCEB0D0427}" type="presOf" srcId="{F1E43EDD-87E1-4A2F-B072-AFEF13227B82}" destId="{4D0F08F0-037A-4486-A6C2-79A5B25C0588}" srcOrd="0" destOrd="0" presId="urn:microsoft.com/office/officeart/2011/layout/TabList"/>
    <dgm:cxn modelId="{C4925B6A-2371-404F-81F6-91F931097D81}" srcId="{121005B5-A773-4BF1-89CC-15F68C2FF796}" destId="{1528F40B-64E5-41C7-83B6-0E00EF43D756}" srcOrd="1" destOrd="0" parTransId="{A6ABEAB4-E2C8-44D2-A3C1-E7A538B79F14}" sibTransId="{013F6DC1-999A-465D-9DA3-5A380AC88F7A}"/>
    <dgm:cxn modelId="{3E82914C-D497-4903-BB44-7129D9EF12CC}" type="presOf" srcId="{121005B5-A773-4BF1-89CC-15F68C2FF796}" destId="{FF5D9D38-F655-4DFE-92AB-FAD2F69D2CC1}" srcOrd="0" destOrd="0" presId="urn:microsoft.com/office/officeart/2011/layout/TabList"/>
    <dgm:cxn modelId="{0A22C752-C5D8-409F-95F1-F2B21AAFECC5}" srcId="{E4020B96-893B-4819-B1DB-D08D2EFBF56C}" destId="{7197998E-982B-4433-9A01-F398C0770856}" srcOrd="0" destOrd="0" parTransId="{F00FCAE4-FC4A-4883-B2AB-AB2D5E5559B9}" sibTransId="{2115B50F-BE09-42E7-B9E5-9B160E0F7575}"/>
    <dgm:cxn modelId="{75F63784-7BB0-4E50-BD60-DF9418570FD9}" srcId="{DDEDD838-DD57-422E-BB0B-28F578E648D5}" destId="{611E7F74-FB54-4F29-815E-90C95FCA97F9}" srcOrd="1" destOrd="0" parTransId="{980D2B46-A7A4-4088-86C0-FD51EBF0C833}" sibTransId="{63A670A6-438E-4788-ACC9-D2323E6CB8EA}"/>
    <dgm:cxn modelId="{7C7D6987-B89C-418C-A72A-E5CC4EA28CED}" type="presOf" srcId="{E4020B96-893B-4819-B1DB-D08D2EFBF56C}" destId="{8C307DB6-A524-4A19-BDDF-CD009926CB36}" srcOrd="0" destOrd="0" presId="urn:microsoft.com/office/officeart/2011/layout/TabList"/>
    <dgm:cxn modelId="{FA42C98A-C049-4D9B-BC06-8507C02E30AB}" type="presOf" srcId="{1272DD23-2F2F-4980-94C9-2F1987197B24}" destId="{9CE35844-FD5A-467E-957F-AEC6162E3D76}" srcOrd="0" destOrd="0" presId="urn:microsoft.com/office/officeart/2011/layout/TabList"/>
    <dgm:cxn modelId="{E450BDB1-B6D0-4BF4-964B-B71A48EF81F2}" type="presOf" srcId="{8058BCF1-31FB-4F7A-A462-525DC5DB429F}" destId="{19983092-2851-499F-9389-08077D21D94F}" srcOrd="0" destOrd="0" presId="urn:microsoft.com/office/officeart/2011/layout/TabList"/>
    <dgm:cxn modelId="{05ABF9B4-E5F0-4583-97D7-D7433D56EFCD}" srcId="{DDEDD838-DD57-422E-BB0B-28F578E648D5}" destId="{E4020B96-893B-4819-B1DB-D08D2EFBF56C}" srcOrd="0" destOrd="0" parTransId="{88723A5C-2BAC-495B-A82E-B14456053377}" sibTransId="{34DFE964-A3FB-4423-8410-81E4B0B70EA7}"/>
    <dgm:cxn modelId="{28868EB9-78BC-4F18-BC99-C14491184FAA}" srcId="{121005B5-A773-4BF1-89CC-15F68C2FF796}" destId="{F1E43EDD-87E1-4A2F-B072-AFEF13227B82}" srcOrd="0" destOrd="0" parTransId="{5A080B22-B105-4BA0-B3FE-2B05BBA29A21}" sibTransId="{277C904C-3B07-4AFB-BF78-FC331E36FEED}"/>
    <dgm:cxn modelId="{6181CEB9-6548-41D3-B912-0E959DEAEFD2}" srcId="{611E7F74-FB54-4F29-815E-90C95FCA97F9}" destId="{8058BCF1-31FB-4F7A-A462-525DC5DB429F}" srcOrd="1" destOrd="0" parTransId="{B3746296-B863-4E3D-9E4C-386C4F741947}" sibTransId="{52FE23F3-EF32-47FA-A609-964BB06B3400}"/>
    <dgm:cxn modelId="{AC0B17BD-E6F8-4BF4-9974-EE95E83C1B43}" srcId="{E4020B96-893B-4819-B1DB-D08D2EFBF56C}" destId="{1272DD23-2F2F-4980-94C9-2F1987197B24}" srcOrd="1" destOrd="0" parTransId="{234C07FB-555C-4EFC-93B5-D0D009E5D116}" sibTransId="{087D67AC-829E-4067-8B8C-3F8738B26D58}"/>
    <dgm:cxn modelId="{F617AFBE-2D88-4E83-BBE5-243A9E9462F0}" type="presOf" srcId="{1528F40B-64E5-41C7-83B6-0E00EF43D756}" destId="{4C5E2987-D2DD-4AB7-8E1E-7852E213A4D3}" srcOrd="0" destOrd="0" presId="urn:microsoft.com/office/officeart/2011/layout/TabList"/>
    <dgm:cxn modelId="{046475D4-30E7-461F-B0AB-D5544BF11C3F}" srcId="{611E7F74-FB54-4F29-815E-90C95FCA97F9}" destId="{DF7C791C-784D-4A68-AEDD-54FC3692D078}" srcOrd="0" destOrd="0" parTransId="{9A74D762-B946-4470-B5AB-E894D4C50D42}" sibTransId="{FBF7D955-8252-4411-9E7F-32EE91314512}"/>
    <dgm:cxn modelId="{18BCAAE8-AAFE-4606-87BD-3BA0C65DABEC}" type="presOf" srcId="{7197998E-982B-4433-9A01-F398C0770856}" destId="{D3B108DC-1329-4103-BA5B-021022554591}" srcOrd="0" destOrd="0" presId="urn:microsoft.com/office/officeart/2011/layout/TabList"/>
    <dgm:cxn modelId="{26F433EC-00E8-4952-93F1-864668B10C9F}" type="presOf" srcId="{DF7C791C-784D-4A68-AEDD-54FC3692D078}" destId="{9BC466B9-4FEA-4737-9194-DBE24B9BDEFB}" srcOrd="0" destOrd="0" presId="urn:microsoft.com/office/officeart/2011/layout/TabList"/>
    <dgm:cxn modelId="{C8A8921D-0901-4C2B-BCCB-D824F0B197D0}" type="presParOf" srcId="{29968A71-5AE1-4986-87A8-947FA6C43DBE}" destId="{8A17AC94-2031-44A1-A65E-012B586A9487}" srcOrd="0" destOrd="0" presId="urn:microsoft.com/office/officeart/2011/layout/TabList"/>
    <dgm:cxn modelId="{7C896853-1C6F-4046-84F8-215A31D655AE}" type="presParOf" srcId="{8A17AC94-2031-44A1-A65E-012B586A9487}" destId="{D3B108DC-1329-4103-BA5B-021022554591}" srcOrd="0" destOrd="0" presId="urn:microsoft.com/office/officeart/2011/layout/TabList"/>
    <dgm:cxn modelId="{7FBA9D62-7C00-4BC0-8BBB-FB8963FFAB4D}" type="presParOf" srcId="{8A17AC94-2031-44A1-A65E-012B586A9487}" destId="{8C307DB6-A524-4A19-BDDF-CD009926CB36}" srcOrd="1" destOrd="0" presId="urn:microsoft.com/office/officeart/2011/layout/TabList"/>
    <dgm:cxn modelId="{9E1C2CFF-337A-4EBD-836C-72B03FDDBFDB}" type="presParOf" srcId="{8A17AC94-2031-44A1-A65E-012B586A9487}" destId="{8437C3A8-0B2C-4086-9A97-E437B3B93BF7}" srcOrd="2" destOrd="0" presId="urn:microsoft.com/office/officeart/2011/layout/TabList"/>
    <dgm:cxn modelId="{86633A16-B1FC-459B-971A-446EE8679B6D}" type="presParOf" srcId="{29968A71-5AE1-4986-87A8-947FA6C43DBE}" destId="{9CE35844-FD5A-467E-957F-AEC6162E3D76}" srcOrd="1" destOrd="0" presId="urn:microsoft.com/office/officeart/2011/layout/TabList"/>
    <dgm:cxn modelId="{A6752175-2D14-4DF0-9052-B37AEEF726BC}" type="presParOf" srcId="{29968A71-5AE1-4986-87A8-947FA6C43DBE}" destId="{454D78E3-5BE6-4B1F-9167-927A4BB933F9}" srcOrd="2" destOrd="0" presId="urn:microsoft.com/office/officeart/2011/layout/TabList"/>
    <dgm:cxn modelId="{FE38CB83-C810-4DA7-9410-681AFDF49E3C}" type="presParOf" srcId="{29968A71-5AE1-4986-87A8-947FA6C43DBE}" destId="{32CA97E2-3C50-4DA5-81FB-2BF69113927B}" srcOrd="3" destOrd="0" presId="urn:microsoft.com/office/officeart/2011/layout/TabList"/>
    <dgm:cxn modelId="{6C2696C1-6503-4B97-A063-27ED3ECDB2FF}" type="presParOf" srcId="{32CA97E2-3C50-4DA5-81FB-2BF69113927B}" destId="{9BC466B9-4FEA-4737-9194-DBE24B9BDEFB}" srcOrd="0" destOrd="0" presId="urn:microsoft.com/office/officeart/2011/layout/TabList"/>
    <dgm:cxn modelId="{FB2147F1-264C-408A-9832-F14135CA678F}" type="presParOf" srcId="{32CA97E2-3C50-4DA5-81FB-2BF69113927B}" destId="{C49B4833-BFF9-401D-A412-3C2913C9A3BB}" srcOrd="1" destOrd="0" presId="urn:microsoft.com/office/officeart/2011/layout/TabList"/>
    <dgm:cxn modelId="{871A4266-8600-4909-85E5-ED5EB091A78F}" type="presParOf" srcId="{32CA97E2-3C50-4DA5-81FB-2BF69113927B}" destId="{6EC6F1F8-98DE-48A4-8FF4-8DC737953830}" srcOrd="2" destOrd="0" presId="urn:microsoft.com/office/officeart/2011/layout/TabList"/>
    <dgm:cxn modelId="{C28584A0-8A62-4496-9737-993878281DC1}" type="presParOf" srcId="{29968A71-5AE1-4986-87A8-947FA6C43DBE}" destId="{19983092-2851-499F-9389-08077D21D94F}" srcOrd="4" destOrd="0" presId="urn:microsoft.com/office/officeart/2011/layout/TabList"/>
    <dgm:cxn modelId="{8A30EFE1-144F-4B77-A155-1FF9A6E02E61}" type="presParOf" srcId="{29968A71-5AE1-4986-87A8-947FA6C43DBE}" destId="{4402A236-2FEB-471E-A3B9-D91B84AC13E8}" srcOrd="5" destOrd="0" presId="urn:microsoft.com/office/officeart/2011/layout/TabList"/>
    <dgm:cxn modelId="{7E74C0EF-38A1-43FF-BA05-5652BCF5B790}" type="presParOf" srcId="{29968A71-5AE1-4986-87A8-947FA6C43DBE}" destId="{5FDC4C82-18E8-4BC1-B976-1705C7408510}" srcOrd="6" destOrd="0" presId="urn:microsoft.com/office/officeart/2011/layout/TabList"/>
    <dgm:cxn modelId="{3EBA7817-56F4-4948-9DDD-D3FB7EBB4C1D}" type="presParOf" srcId="{5FDC4C82-18E8-4BC1-B976-1705C7408510}" destId="{4D0F08F0-037A-4486-A6C2-79A5B25C0588}" srcOrd="0" destOrd="0" presId="urn:microsoft.com/office/officeart/2011/layout/TabList"/>
    <dgm:cxn modelId="{398C722B-DD24-4D19-A679-65736C7FCDC4}" type="presParOf" srcId="{5FDC4C82-18E8-4BC1-B976-1705C7408510}" destId="{FF5D9D38-F655-4DFE-92AB-FAD2F69D2CC1}" srcOrd="1" destOrd="0" presId="urn:microsoft.com/office/officeart/2011/layout/TabList"/>
    <dgm:cxn modelId="{9990C8A8-E55D-4671-9505-1C13B797CE55}" type="presParOf" srcId="{5FDC4C82-18E8-4BC1-B976-1705C7408510}" destId="{D94D8D4B-3302-4E89-9C66-8E4610E069AC}" srcOrd="2" destOrd="0" presId="urn:microsoft.com/office/officeart/2011/layout/TabList"/>
    <dgm:cxn modelId="{927D3115-D3D1-4CAF-A4C9-0BA273A8ECEE}" type="presParOf" srcId="{29968A71-5AE1-4986-87A8-947FA6C43DBE}" destId="{4C5E2987-D2DD-4AB7-8E1E-7852E213A4D3}"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DD7B372-057E-4864-932F-A3A22F512323}" type="doc">
      <dgm:prSet loTypeId="urn:microsoft.com/office/officeart/2011/layout/TabList" loCatId="list" qsTypeId="urn:microsoft.com/office/officeart/2005/8/quickstyle/simple1#13" qsCatId="simple" csTypeId="urn:microsoft.com/office/officeart/2005/8/colors/accent1_2#25" csCatId="accent1" phldr="1"/>
      <dgm:spPr/>
      <dgm:t>
        <a:bodyPr/>
        <a:lstStyle/>
        <a:p>
          <a:endParaRPr lang="tr-TR"/>
        </a:p>
      </dgm:t>
    </dgm:pt>
    <dgm:pt modelId="{2E26A80C-6084-4A18-8786-2D479C839D26}">
      <dgm:prSet phldrT="[Metin]"/>
      <dgm:spPr/>
      <dgm:t>
        <a:bodyPr/>
        <a:lstStyle/>
        <a:p>
          <a:r>
            <a:rPr lang="tr-TR" dirty="0"/>
            <a:t>Özel Haklar</a:t>
          </a:r>
        </a:p>
      </dgm:t>
    </dgm:pt>
    <dgm:pt modelId="{DAC5C168-6F66-4440-AFD4-35294E93D5C1}" type="parTrans" cxnId="{8105F9FC-A049-4010-A8DA-0EE9B5976254}">
      <dgm:prSet/>
      <dgm:spPr/>
      <dgm:t>
        <a:bodyPr/>
        <a:lstStyle/>
        <a:p>
          <a:endParaRPr lang="tr-TR"/>
        </a:p>
      </dgm:t>
    </dgm:pt>
    <dgm:pt modelId="{1D693753-3F5B-4936-A75E-0DE8BF2C9857}" type="sibTrans" cxnId="{8105F9FC-A049-4010-A8DA-0EE9B5976254}">
      <dgm:prSet/>
      <dgm:spPr/>
      <dgm:t>
        <a:bodyPr/>
        <a:lstStyle/>
        <a:p>
          <a:endParaRPr lang="tr-TR"/>
        </a:p>
      </dgm:t>
    </dgm:pt>
    <dgm:pt modelId="{C089DBE6-7992-4DF1-B055-5527CA773B69}">
      <dgm:prSet phldrT="[Metin]"/>
      <dgm:spPr/>
      <dgm:t>
        <a:bodyPr/>
        <a:lstStyle/>
        <a:p>
          <a:endParaRPr lang="tr-TR" dirty="0"/>
        </a:p>
      </dgm:t>
    </dgm:pt>
    <dgm:pt modelId="{96227608-6A03-4E04-B727-24A64D30001E}" type="parTrans" cxnId="{AF400E5A-3B29-4EE1-AF1E-C9C69A1AA943}">
      <dgm:prSet/>
      <dgm:spPr/>
      <dgm:t>
        <a:bodyPr/>
        <a:lstStyle/>
        <a:p>
          <a:endParaRPr lang="tr-TR"/>
        </a:p>
      </dgm:t>
    </dgm:pt>
    <dgm:pt modelId="{1CC86023-9174-4129-AEEE-F4DA9A09A13F}" type="sibTrans" cxnId="{AF400E5A-3B29-4EE1-AF1E-C9C69A1AA943}">
      <dgm:prSet/>
      <dgm:spPr/>
      <dgm:t>
        <a:bodyPr/>
        <a:lstStyle/>
        <a:p>
          <a:endParaRPr lang="tr-TR"/>
        </a:p>
      </dgm:t>
    </dgm:pt>
    <dgm:pt modelId="{180439C7-B9A8-4D9B-8DC1-35A3C467F278}">
      <dgm:prSet phldrT="[Metin]"/>
      <dgm:spPr/>
      <dgm:t>
        <a:bodyPr/>
        <a:lstStyle/>
        <a:p>
          <a:r>
            <a:rPr lang="tr-TR" dirty="0"/>
            <a:t>Kişilerle kişiler arasındaki ilişkiyi düzenleyen, özel hukuktan doğan haklardır. Eşitlik ilkesi geçerlidir.</a:t>
          </a:r>
        </a:p>
      </dgm:t>
    </dgm:pt>
    <dgm:pt modelId="{32C9EED0-2AA9-4C7C-AAB2-9ED4AEB63B82}" type="parTrans" cxnId="{41F6D0C9-8D5A-43B7-B70D-DDFA394FC320}">
      <dgm:prSet/>
      <dgm:spPr/>
      <dgm:t>
        <a:bodyPr/>
        <a:lstStyle/>
        <a:p>
          <a:endParaRPr lang="tr-TR"/>
        </a:p>
      </dgm:t>
    </dgm:pt>
    <dgm:pt modelId="{0787A34C-73E0-4330-98C7-318EE6683330}" type="sibTrans" cxnId="{41F6D0C9-8D5A-43B7-B70D-DDFA394FC320}">
      <dgm:prSet/>
      <dgm:spPr/>
      <dgm:t>
        <a:bodyPr/>
        <a:lstStyle/>
        <a:p>
          <a:endParaRPr lang="tr-TR"/>
        </a:p>
      </dgm:t>
    </dgm:pt>
    <dgm:pt modelId="{15035A8F-675F-4CAF-BAA9-B70E9D163A5F}">
      <dgm:prSet phldrT="[Metin]"/>
      <dgm:spPr/>
      <dgm:t>
        <a:bodyPr/>
        <a:lstStyle/>
        <a:p>
          <a:r>
            <a:rPr lang="tr-TR" dirty="0"/>
            <a:t>Kamu Hakları</a:t>
          </a:r>
        </a:p>
      </dgm:t>
    </dgm:pt>
    <dgm:pt modelId="{A48638CC-FA83-4089-95E3-470E6E45A2F6}" type="parTrans" cxnId="{0DD365B8-516F-4A5D-9279-5388C9FDE8C0}">
      <dgm:prSet/>
      <dgm:spPr/>
      <dgm:t>
        <a:bodyPr/>
        <a:lstStyle/>
        <a:p>
          <a:endParaRPr lang="tr-TR"/>
        </a:p>
      </dgm:t>
    </dgm:pt>
    <dgm:pt modelId="{3D890896-BC83-4525-88D3-1A560427EE01}" type="sibTrans" cxnId="{0DD365B8-516F-4A5D-9279-5388C9FDE8C0}">
      <dgm:prSet/>
      <dgm:spPr/>
      <dgm:t>
        <a:bodyPr/>
        <a:lstStyle/>
        <a:p>
          <a:endParaRPr lang="tr-TR"/>
        </a:p>
      </dgm:t>
    </dgm:pt>
    <dgm:pt modelId="{2F408C19-10A0-402A-B046-D4A8FC774CBB}">
      <dgm:prSet phldrT="[Metin]"/>
      <dgm:spPr/>
      <dgm:t>
        <a:bodyPr/>
        <a:lstStyle/>
        <a:p>
          <a:endParaRPr lang="tr-TR" dirty="0"/>
        </a:p>
      </dgm:t>
    </dgm:pt>
    <dgm:pt modelId="{8357E82B-AB43-4469-8CE2-5616093FADFE}" type="parTrans" cxnId="{20FBCFEE-A94E-402B-ACEB-1F54230715C6}">
      <dgm:prSet/>
      <dgm:spPr/>
      <dgm:t>
        <a:bodyPr/>
        <a:lstStyle/>
        <a:p>
          <a:endParaRPr lang="tr-TR"/>
        </a:p>
      </dgm:t>
    </dgm:pt>
    <dgm:pt modelId="{6F045170-5259-4CA4-8306-5BFD8C26F505}" type="sibTrans" cxnId="{20FBCFEE-A94E-402B-ACEB-1F54230715C6}">
      <dgm:prSet/>
      <dgm:spPr/>
      <dgm:t>
        <a:bodyPr/>
        <a:lstStyle/>
        <a:p>
          <a:endParaRPr lang="tr-TR"/>
        </a:p>
      </dgm:t>
    </dgm:pt>
    <dgm:pt modelId="{EDB282DF-DD3B-419E-AD03-B69EF9402F64}">
      <dgm:prSet phldrT="[Metin]"/>
      <dgm:spPr/>
      <dgm:t>
        <a:bodyPr/>
        <a:lstStyle/>
        <a:p>
          <a:r>
            <a:rPr lang="tr-TR" dirty="0"/>
            <a:t>Kişilerle devlet arasındaki ilişkileri düzenleyen kamu hukukundan doğan haklara denir. </a:t>
          </a:r>
        </a:p>
      </dgm:t>
    </dgm:pt>
    <dgm:pt modelId="{8099E845-0097-40C6-BB4F-29C5E7CB6416}" type="parTrans" cxnId="{81BC76BB-C0E4-42C7-98D2-3E8BC36A8442}">
      <dgm:prSet/>
      <dgm:spPr/>
      <dgm:t>
        <a:bodyPr/>
        <a:lstStyle/>
        <a:p>
          <a:endParaRPr lang="tr-TR"/>
        </a:p>
      </dgm:t>
    </dgm:pt>
    <dgm:pt modelId="{9848D3BB-9250-4AA7-B3D8-87CB6BC84B59}" type="sibTrans" cxnId="{81BC76BB-C0E4-42C7-98D2-3E8BC36A8442}">
      <dgm:prSet/>
      <dgm:spPr/>
      <dgm:t>
        <a:bodyPr/>
        <a:lstStyle/>
        <a:p>
          <a:endParaRPr lang="tr-TR"/>
        </a:p>
      </dgm:t>
    </dgm:pt>
    <dgm:pt modelId="{96470995-C77D-4A52-9BA5-79CEF926A8CC}">
      <dgm:prSet phldrT="[Metin]"/>
      <dgm:spPr/>
      <dgm:t>
        <a:bodyPr/>
        <a:lstStyle/>
        <a:p>
          <a:r>
            <a:rPr lang="tr-TR" dirty="0"/>
            <a:t>Kişinin hakları, sosyal ve ekonomik haklar ve siyasi haklar olmak üzere üçe ayrılır. </a:t>
          </a:r>
        </a:p>
      </dgm:t>
    </dgm:pt>
    <dgm:pt modelId="{ABFDB72E-C48F-404B-A693-5552C49F75E2}" type="parTrans" cxnId="{5652F813-BB0B-4247-866A-C92E78525BB2}">
      <dgm:prSet/>
      <dgm:spPr/>
      <dgm:t>
        <a:bodyPr/>
        <a:lstStyle/>
        <a:p>
          <a:endParaRPr lang="tr-TR"/>
        </a:p>
      </dgm:t>
    </dgm:pt>
    <dgm:pt modelId="{57DC1667-099C-4DF7-9E84-43928B364DCA}" type="sibTrans" cxnId="{5652F813-BB0B-4247-866A-C92E78525BB2}">
      <dgm:prSet/>
      <dgm:spPr/>
      <dgm:t>
        <a:bodyPr/>
        <a:lstStyle/>
        <a:p>
          <a:endParaRPr lang="tr-TR"/>
        </a:p>
      </dgm:t>
    </dgm:pt>
    <dgm:pt modelId="{617A63D2-CD43-4268-A28A-2E54E4E17FD9}" type="pres">
      <dgm:prSet presAssocID="{9DD7B372-057E-4864-932F-A3A22F512323}" presName="Name0" presStyleCnt="0">
        <dgm:presLayoutVars>
          <dgm:chMax/>
          <dgm:chPref val="3"/>
          <dgm:dir/>
          <dgm:animOne val="branch"/>
          <dgm:animLvl val="lvl"/>
        </dgm:presLayoutVars>
      </dgm:prSet>
      <dgm:spPr/>
    </dgm:pt>
    <dgm:pt modelId="{4A699B55-C803-4186-9520-FA3CB696BA74}" type="pres">
      <dgm:prSet presAssocID="{2E26A80C-6084-4A18-8786-2D479C839D26}" presName="composite" presStyleCnt="0"/>
      <dgm:spPr/>
    </dgm:pt>
    <dgm:pt modelId="{08B45C59-7B12-46DD-B289-A3E9A5A26B05}" type="pres">
      <dgm:prSet presAssocID="{2E26A80C-6084-4A18-8786-2D479C839D26}" presName="FirstChild" presStyleLbl="revTx" presStyleIdx="0" presStyleCnt="4">
        <dgm:presLayoutVars>
          <dgm:chMax val="0"/>
          <dgm:chPref val="0"/>
          <dgm:bulletEnabled val="1"/>
        </dgm:presLayoutVars>
      </dgm:prSet>
      <dgm:spPr/>
    </dgm:pt>
    <dgm:pt modelId="{4CD40805-956B-4A0D-BD61-C5CAECB37FE7}" type="pres">
      <dgm:prSet presAssocID="{2E26A80C-6084-4A18-8786-2D479C839D26}" presName="Parent" presStyleLbl="alignNode1" presStyleIdx="0" presStyleCnt="2">
        <dgm:presLayoutVars>
          <dgm:chMax val="3"/>
          <dgm:chPref val="3"/>
          <dgm:bulletEnabled val="1"/>
        </dgm:presLayoutVars>
      </dgm:prSet>
      <dgm:spPr/>
    </dgm:pt>
    <dgm:pt modelId="{57A11C48-AE23-4D91-9EEF-4F586EE5B91F}" type="pres">
      <dgm:prSet presAssocID="{2E26A80C-6084-4A18-8786-2D479C839D26}" presName="Accent" presStyleLbl="parChTrans1D1" presStyleIdx="0" presStyleCnt="2"/>
      <dgm:spPr/>
    </dgm:pt>
    <dgm:pt modelId="{9EDF1800-90C4-4251-847C-43F103712855}" type="pres">
      <dgm:prSet presAssocID="{2E26A80C-6084-4A18-8786-2D479C839D26}" presName="Child" presStyleLbl="revTx" presStyleIdx="1" presStyleCnt="4" custScaleY="52400">
        <dgm:presLayoutVars>
          <dgm:chMax val="0"/>
          <dgm:chPref val="0"/>
          <dgm:bulletEnabled val="1"/>
        </dgm:presLayoutVars>
      </dgm:prSet>
      <dgm:spPr/>
    </dgm:pt>
    <dgm:pt modelId="{5B38E076-B13D-481D-8AA2-4129C3C53958}" type="pres">
      <dgm:prSet presAssocID="{1D693753-3F5B-4936-A75E-0DE8BF2C9857}" presName="sibTrans" presStyleCnt="0"/>
      <dgm:spPr/>
    </dgm:pt>
    <dgm:pt modelId="{FD3409D8-630A-47AF-B6CE-ED97DB621884}" type="pres">
      <dgm:prSet presAssocID="{15035A8F-675F-4CAF-BAA9-B70E9D163A5F}" presName="composite" presStyleCnt="0"/>
      <dgm:spPr/>
    </dgm:pt>
    <dgm:pt modelId="{A3071421-19D5-424C-834D-1D2AD8710529}" type="pres">
      <dgm:prSet presAssocID="{15035A8F-675F-4CAF-BAA9-B70E9D163A5F}" presName="FirstChild" presStyleLbl="revTx" presStyleIdx="2" presStyleCnt="4" custScaleX="96842">
        <dgm:presLayoutVars>
          <dgm:chMax val="0"/>
          <dgm:chPref val="0"/>
          <dgm:bulletEnabled val="1"/>
        </dgm:presLayoutVars>
      </dgm:prSet>
      <dgm:spPr/>
    </dgm:pt>
    <dgm:pt modelId="{769E1DE7-7910-4CF9-9B58-288636526B2E}" type="pres">
      <dgm:prSet presAssocID="{15035A8F-675F-4CAF-BAA9-B70E9D163A5F}" presName="Parent" presStyleLbl="alignNode1" presStyleIdx="1" presStyleCnt="2" custScaleX="108987">
        <dgm:presLayoutVars>
          <dgm:chMax val="3"/>
          <dgm:chPref val="3"/>
          <dgm:bulletEnabled val="1"/>
        </dgm:presLayoutVars>
      </dgm:prSet>
      <dgm:spPr/>
    </dgm:pt>
    <dgm:pt modelId="{3F295458-4A59-4143-8023-27F60642409D}" type="pres">
      <dgm:prSet presAssocID="{15035A8F-675F-4CAF-BAA9-B70E9D163A5F}" presName="Accent" presStyleLbl="parChTrans1D1" presStyleIdx="1" presStyleCnt="2"/>
      <dgm:spPr/>
    </dgm:pt>
    <dgm:pt modelId="{6DC3D031-E1CE-457F-A5D6-0136A9CD7AE7}" type="pres">
      <dgm:prSet presAssocID="{15035A8F-675F-4CAF-BAA9-B70E9D163A5F}" presName="Child" presStyleLbl="revTx" presStyleIdx="3" presStyleCnt="4">
        <dgm:presLayoutVars>
          <dgm:chMax val="0"/>
          <dgm:chPref val="0"/>
          <dgm:bulletEnabled val="1"/>
        </dgm:presLayoutVars>
      </dgm:prSet>
      <dgm:spPr/>
    </dgm:pt>
  </dgm:ptLst>
  <dgm:cxnLst>
    <dgm:cxn modelId="{5652F813-BB0B-4247-866A-C92E78525BB2}" srcId="{15035A8F-675F-4CAF-BAA9-B70E9D163A5F}" destId="{96470995-C77D-4A52-9BA5-79CEF926A8CC}" srcOrd="2" destOrd="0" parTransId="{ABFDB72E-C48F-404B-A693-5552C49F75E2}" sibTransId="{57DC1667-099C-4DF7-9E84-43928B364DCA}"/>
    <dgm:cxn modelId="{C7149946-2290-4735-A9D0-4ACAAACA8A08}" type="presOf" srcId="{180439C7-B9A8-4D9B-8DC1-35A3C467F278}" destId="{9EDF1800-90C4-4251-847C-43F103712855}" srcOrd="0" destOrd="0" presId="urn:microsoft.com/office/officeart/2011/layout/TabList"/>
    <dgm:cxn modelId="{FC0B3E4C-BD63-427D-9574-049965021134}" type="presOf" srcId="{2E26A80C-6084-4A18-8786-2D479C839D26}" destId="{4CD40805-956B-4A0D-BD61-C5CAECB37FE7}" srcOrd="0" destOrd="0" presId="urn:microsoft.com/office/officeart/2011/layout/TabList"/>
    <dgm:cxn modelId="{053DD377-953A-46A0-B754-07103382AB72}" type="presOf" srcId="{EDB282DF-DD3B-419E-AD03-B69EF9402F64}" destId="{6DC3D031-E1CE-457F-A5D6-0136A9CD7AE7}" srcOrd="0" destOrd="0" presId="urn:microsoft.com/office/officeart/2011/layout/TabList"/>
    <dgm:cxn modelId="{AF400E5A-3B29-4EE1-AF1E-C9C69A1AA943}" srcId="{2E26A80C-6084-4A18-8786-2D479C839D26}" destId="{C089DBE6-7992-4DF1-B055-5527CA773B69}" srcOrd="0" destOrd="0" parTransId="{96227608-6A03-4E04-B727-24A64D30001E}" sibTransId="{1CC86023-9174-4129-AEEE-F4DA9A09A13F}"/>
    <dgm:cxn modelId="{A926698B-6C99-4024-859E-017C5665975C}" type="presOf" srcId="{2F408C19-10A0-402A-B046-D4A8FC774CBB}" destId="{A3071421-19D5-424C-834D-1D2AD8710529}" srcOrd="0" destOrd="0" presId="urn:microsoft.com/office/officeart/2011/layout/TabList"/>
    <dgm:cxn modelId="{66A0A38D-6DF0-4C08-8BF0-BF015F5BABB2}" type="presOf" srcId="{96470995-C77D-4A52-9BA5-79CEF926A8CC}" destId="{6DC3D031-E1CE-457F-A5D6-0136A9CD7AE7}" srcOrd="0" destOrd="1" presId="urn:microsoft.com/office/officeart/2011/layout/TabList"/>
    <dgm:cxn modelId="{0DD365B8-516F-4A5D-9279-5388C9FDE8C0}" srcId="{9DD7B372-057E-4864-932F-A3A22F512323}" destId="{15035A8F-675F-4CAF-BAA9-B70E9D163A5F}" srcOrd="1" destOrd="0" parTransId="{A48638CC-FA83-4089-95E3-470E6E45A2F6}" sibTransId="{3D890896-BC83-4525-88D3-1A560427EE01}"/>
    <dgm:cxn modelId="{81BC76BB-C0E4-42C7-98D2-3E8BC36A8442}" srcId="{15035A8F-675F-4CAF-BAA9-B70E9D163A5F}" destId="{EDB282DF-DD3B-419E-AD03-B69EF9402F64}" srcOrd="1" destOrd="0" parTransId="{8099E845-0097-40C6-BB4F-29C5E7CB6416}" sibTransId="{9848D3BB-9250-4AA7-B3D8-87CB6BC84B59}"/>
    <dgm:cxn modelId="{41F6D0C9-8D5A-43B7-B70D-DDFA394FC320}" srcId="{2E26A80C-6084-4A18-8786-2D479C839D26}" destId="{180439C7-B9A8-4D9B-8DC1-35A3C467F278}" srcOrd="1" destOrd="0" parTransId="{32C9EED0-2AA9-4C7C-AAB2-9ED4AEB63B82}" sibTransId="{0787A34C-73E0-4330-98C7-318EE6683330}"/>
    <dgm:cxn modelId="{A2FA97DF-906C-4874-A625-69B5703939A8}" type="presOf" srcId="{C089DBE6-7992-4DF1-B055-5527CA773B69}" destId="{08B45C59-7B12-46DD-B289-A3E9A5A26B05}" srcOrd="0" destOrd="0" presId="urn:microsoft.com/office/officeart/2011/layout/TabList"/>
    <dgm:cxn modelId="{20FBCFEE-A94E-402B-ACEB-1F54230715C6}" srcId="{15035A8F-675F-4CAF-BAA9-B70E9D163A5F}" destId="{2F408C19-10A0-402A-B046-D4A8FC774CBB}" srcOrd="0" destOrd="0" parTransId="{8357E82B-AB43-4469-8CE2-5616093FADFE}" sibTransId="{6F045170-5259-4CA4-8306-5BFD8C26F505}"/>
    <dgm:cxn modelId="{0CAC99F5-F725-4EE9-828A-E7826E332F43}" type="presOf" srcId="{9DD7B372-057E-4864-932F-A3A22F512323}" destId="{617A63D2-CD43-4268-A28A-2E54E4E17FD9}" srcOrd="0" destOrd="0" presId="urn:microsoft.com/office/officeart/2011/layout/TabList"/>
    <dgm:cxn modelId="{A9F1A5FC-FDDA-43DD-BBD4-0355DEFDD5E9}" type="presOf" srcId="{15035A8F-675F-4CAF-BAA9-B70E9D163A5F}" destId="{769E1DE7-7910-4CF9-9B58-288636526B2E}" srcOrd="0" destOrd="0" presId="urn:microsoft.com/office/officeart/2011/layout/TabList"/>
    <dgm:cxn modelId="{8105F9FC-A049-4010-A8DA-0EE9B5976254}" srcId="{9DD7B372-057E-4864-932F-A3A22F512323}" destId="{2E26A80C-6084-4A18-8786-2D479C839D26}" srcOrd="0" destOrd="0" parTransId="{DAC5C168-6F66-4440-AFD4-35294E93D5C1}" sibTransId="{1D693753-3F5B-4936-A75E-0DE8BF2C9857}"/>
    <dgm:cxn modelId="{1A938B87-5850-4585-9CD8-9F0A351758E9}" type="presParOf" srcId="{617A63D2-CD43-4268-A28A-2E54E4E17FD9}" destId="{4A699B55-C803-4186-9520-FA3CB696BA74}" srcOrd="0" destOrd="0" presId="urn:microsoft.com/office/officeart/2011/layout/TabList"/>
    <dgm:cxn modelId="{8F5BBD35-8084-4E8E-AB5F-D56158B0CF0E}" type="presParOf" srcId="{4A699B55-C803-4186-9520-FA3CB696BA74}" destId="{08B45C59-7B12-46DD-B289-A3E9A5A26B05}" srcOrd="0" destOrd="0" presId="urn:microsoft.com/office/officeart/2011/layout/TabList"/>
    <dgm:cxn modelId="{70A2C733-1294-426C-9D46-456BA3D59EEC}" type="presParOf" srcId="{4A699B55-C803-4186-9520-FA3CB696BA74}" destId="{4CD40805-956B-4A0D-BD61-C5CAECB37FE7}" srcOrd="1" destOrd="0" presId="urn:microsoft.com/office/officeart/2011/layout/TabList"/>
    <dgm:cxn modelId="{4FB07A12-FB57-4642-BB79-2CCAEAF17CAC}" type="presParOf" srcId="{4A699B55-C803-4186-9520-FA3CB696BA74}" destId="{57A11C48-AE23-4D91-9EEF-4F586EE5B91F}" srcOrd="2" destOrd="0" presId="urn:microsoft.com/office/officeart/2011/layout/TabList"/>
    <dgm:cxn modelId="{D09D9CF3-E590-4423-8085-B35497C651D3}" type="presParOf" srcId="{617A63D2-CD43-4268-A28A-2E54E4E17FD9}" destId="{9EDF1800-90C4-4251-847C-43F103712855}" srcOrd="1" destOrd="0" presId="urn:microsoft.com/office/officeart/2011/layout/TabList"/>
    <dgm:cxn modelId="{6B50CD8F-4177-4288-A11A-C33D98065A0E}" type="presParOf" srcId="{617A63D2-CD43-4268-A28A-2E54E4E17FD9}" destId="{5B38E076-B13D-481D-8AA2-4129C3C53958}" srcOrd="2" destOrd="0" presId="urn:microsoft.com/office/officeart/2011/layout/TabList"/>
    <dgm:cxn modelId="{C2EE326C-6B26-4F2B-A1DD-CA1C4B7C1614}" type="presParOf" srcId="{617A63D2-CD43-4268-A28A-2E54E4E17FD9}" destId="{FD3409D8-630A-47AF-B6CE-ED97DB621884}" srcOrd="3" destOrd="0" presId="urn:microsoft.com/office/officeart/2011/layout/TabList"/>
    <dgm:cxn modelId="{0F751B2B-7029-46BC-97E5-C740F93FF028}" type="presParOf" srcId="{FD3409D8-630A-47AF-B6CE-ED97DB621884}" destId="{A3071421-19D5-424C-834D-1D2AD8710529}" srcOrd="0" destOrd="0" presId="urn:microsoft.com/office/officeart/2011/layout/TabList"/>
    <dgm:cxn modelId="{5C32EE7A-58F7-4E35-AD95-32430AC59522}" type="presParOf" srcId="{FD3409D8-630A-47AF-B6CE-ED97DB621884}" destId="{769E1DE7-7910-4CF9-9B58-288636526B2E}" srcOrd="1" destOrd="0" presId="urn:microsoft.com/office/officeart/2011/layout/TabList"/>
    <dgm:cxn modelId="{E43D4924-CCD9-4503-9183-5982CB3B0582}" type="presParOf" srcId="{FD3409D8-630A-47AF-B6CE-ED97DB621884}" destId="{3F295458-4A59-4143-8023-27F60642409D}" srcOrd="2" destOrd="0" presId="urn:microsoft.com/office/officeart/2011/layout/TabList"/>
    <dgm:cxn modelId="{6E01C5EB-718C-4892-B7A1-5E1B483C0FC5}" type="presParOf" srcId="{617A63D2-CD43-4268-A28A-2E54E4E17FD9}" destId="{6DC3D031-E1CE-457F-A5D6-0136A9CD7AE7}" srcOrd="4"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2B6BCF2-1DCA-4B1E-9416-4B0C22329E4C}" type="doc">
      <dgm:prSet loTypeId="urn:microsoft.com/office/officeart/2005/8/layout/list1" loCatId="list" qsTypeId="urn:microsoft.com/office/officeart/2005/8/quickstyle/simple1#22" qsCatId="simple" csTypeId="urn:microsoft.com/office/officeart/2005/8/colors/accent1_2#36" csCatId="accent1" phldr="1"/>
      <dgm:spPr/>
      <dgm:t>
        <a:bodyPr/>
        <a:lstStyle/>
        <a:p>
          <a:endParaRPr lang="tr-TR"/>
        </a:p>
      </dgm:t>
    </dgm:pt>
    <dgm:pt modelId="{0E2C8789-2330-4B9E-8AA9-8D7E8F5FBA34}">
      <dgm:prSet phldrT="[Metin]"/>
      <dgm:spPr/>
      <dgm:t>
        <a:bodyPr/>
        <a:lstStyle/>
        <a:p>
          <a:r>
            <a:rPr lang="tr-TR" dirty="0"/>
            <a:t>Hak Ehliyeti</a:t>
          </a:r>
        </a:p>
      </dgm:t>
    </dgm:pt>
    <dgm:pt modelId="{4815DBB6-D070-4020-BEBD-5B6AB9F2767C}" type="parTrans" cxnId="{234A5D47-96A4-4594-823A-EF7D49735974}">
      <dgm:prSet/>
      <dgm:spPr/>
      <dgm:t>
        <a:bodyPr/>
        <a:lstStyle/>
        <a:p>
          <a:endParaRPr lang="tr-TR"/>
        </a:p>
      </dgm:t>
    </dgm:pt>
    <dgm:pt modelId="{543933AC-7987-4FCF-B749-DC83ADB3DA8A}" type="sibTrans" cxnId="{234A5D47-96A4-4594-823A-EF7D49735974}">
      <dgm:prSet/>
      <dgm:spPr/>
      <dgm:t>
        <a:bodyPr/>
        <a:lstStyle/>
        <a:p>
          <a:endParaRPr lang="tr-TR"/>
        </a:p>
      </dgm:t>
    </dgm:pt>
    <dgm:pt modelId="{DBAC23AF-CE03-431D-9DCC-F05FE766D0CD}">
      <dgm:prSet phldrT="[Metin]"/>
      <dgm:spPr/>
      <dgm:t>
        <a:bodyPr/>
        <a:lstStyle/>
        <a:p>
          <a:r>
            <a:rPr lang="tr-TR" b="1" dirty="0"/>
            <a:t>Haklara ve borçlara sahip olabilme yani medeni haklardan yararlanabilme gücüdür</a:t>
          </a:r>
          <a:r>
            <a:rPr lang="tr-TR" dirty="0"/>
            <a:t>.</a:t>
          </a:r>
        </a:p>
      </dgm:t>
    </dgm:pt>
    <dgm:pt modelId="{5C956516-599C-4FDB-8E0B-F88AD6CC4C10}" type="parTrans" cxnId="{28D97D5C-E425-4C2D-846B-2243DDF82C35}">
      <dgm:prSet/>
      <dgm:spPr/>
      <dgm:t>
        <a:bodyPr/>
        <a:lstStyle/>
        <a:p>
          <a:endParaRPr lang="tr-TR"/>
        </a:p>
      </dgm:t>
    </dgm:pt>
    <dgm:pt modelId="{71085940-DB64-42E5-B1CA-6601F581A83D}" type="sibTrans" cxnId="{28D97D5C-E425-4C2D-846B-2243DDF82C35}">
      <dgm:prSet/>
      <dgm:spPr/>
      <dgm:t>
        <a:bodyPr/>
        <a:lstStyle/>
        <a:p>
          <a:endParaRPr lang="tr-TR"/>
        </a:p>
      </dgm:t>
    </dgm:pt>
    <dgm:pt modelId="{8668491F-104D-4CA1-87F0-4560B188FDB3}">
      <dgm:prSet phldrT="[Metin]"/>
      <dgm:spPr/>
      <dgm:t>
        <a:bodyPr/>
        <a:lstStyle/>
        <a:p>
          <a:r>
            <a:rPr lang="tr-TR" dirty="0"/>
            <a:t>Fiil Ehliyeti</a:t>
          </a:r>
        </a:p>
      </dgm:t>
    </dgm:pt>
    <dgm:pt modelId="{F93950E4-C892-4639-AE47-CA974223DFCB}" type="parTrans" cxnId="{442CE263-804E-45E7-A23F-C85D010580EA}">
      <dgm:prSet/>
      <dgm:spPr/>
      <dgm:t>
        <a:bodyPr/>
        <a:lstStyle/>
        <a:p>
          <a:endParaRPr lang="tr-TR"/>
        </a:p>
      </dgm:t>
    </dgm:pt>
    <dgm:pt modelId="{88C3FD30-8C52-4A74-B47C-FFADBF540ECF}" type="sibTrans" cxnId="{442CE263-804E-45E7-A23F-C85D010580EA}">
      <dgm:prSet/>
      <dgm:spPr/>
      <dgm:t>
        <a:bodyPr/>
        <a:lstStyle/>
        <a:p>
          <a:endParaRPr lang="tr-TR"/>
        </a:p>
      </dgm:t>
    </dgm:pt>
    <dgm:pt modelId="{E20E0470-BF19-45A7-982A-EDB50955ED95}">
      <dgm:prSet phldrT="[Metin]"/>
      <dgm:spPr/>
      <dgm:t>
        <a:bodyPr/>
        <a:lstStyle/>
        <a:p>
          <a:pPr marL="171450" indent="0" defTabSz="844550">
            <a:lnSpc>
              <a:spcPct val="90000"/>
            </a:lnSpc>
            <a:spcBef>
              <a:spcPct val="0"/>
            </a:spcBef>
            <a:spcAft>
              <a:spcPct val="15000"/>
            </a:spcAft>
            <a:buNone/>
          </a:pPr>
          <a:r>
            <a:rPr lang="tr-TR" b="1" dirty="0"/>
            <a:t>Bir kimsenin kendi fiil ve işlemleri ile kendi lehine haklar ve aleyhine borçlar yaratabilme gücüdür. </a:t>
          </a:r>
        </a:p>
      </dgm:t>
    </dgm:pt>
    <dgm:pt modelId="{2A0BD1A7-DA16-474C-9870-4B3302AB0800}" type="parTrans" cxnId="{79FE611C-461E-4EF9-828D-1D33386DF3D3}">
      <dgm:prSet/>
      <dgm:spPr/>
      <dgm:t>
        <a:bodyPr/>
        <a:lstStyle/>
        <a:p>
          <a:endParaRPr lang="tr-TR"/>
        </a:p>
      </dgm:t>
    </dgm:pt>
    <dgm:pt modelId="{457814ED-8CEE-45FE-8BE4-05CE6C795F65}" type="sibTrans" cxnId="{79FE611C-461E-4EF9-828D-1D33386DF3D3}">
      <dgm:prSet/>
      <dgm:spPr/>
      <dgm:t>
        <a:bodyPr/>
        <a:lstStyle/>
        <a:p>
          <a:endParaRPr lang="tr-TR"/>
        </a:p>
      </dgm:t>
    </dgm:pt>
    <dgm:pt modelId="{747B2F61-F698-4D62-9BBF-68F5DAAC3A99}">
      <dgm:prSet phldrT="[Metin]"/>
      <dgm:spPr/>
      <dgm:t>
        <a:bodyPr/>
        <a:lstStyle/>
        <a:p>
          <a:r>
            <a:rPr lang="tr-TR" dirty="0"/>
            <a:t>Sağ ve tam doğmak koşuluyla ana rahmine düşüldüğü anda kazanılmış olur. </a:t>
          </a:r>
        </a:p>
      </dgm:t>
    </dgm:pt>
    <dgm:pt modelId="{859CD718-F1C8-4D5E-822B-9ACD4B554012}" type="parTrans" cxnId="{A6EB1719-5160-464B-8D42-65F7DAA7AD10}">
      <dgm:prSet/>
      <dgm:spPr/>
      <dgm:t>
        <a:bodyPr/>
        <a:lstStyle/>
        <a:p>
          <a:endParaRPr lang="tr-TR"/>
        </a:p>
      </dgm:t>
    </dgm:pt>
    <dgm:pt modelId="{C3B337A3-9F49-43EB-AE7E-54E6876B7BD1}" type="sibTrans" cxnId="{A6EB1719-5160-464B-8D42-65F7DAA7AD10}">
      <dgm:prSet/>
      <dgm:spPr/>
      <dgm:t>
        <a:bodyPr/>
        <a:lstStyle/>
        <a:p>
          <a:endParaRPr lang="tr-TR"/>
        </a:p>
      </dgm:t>
    </dgm:pt>
    <dgm:pt modelId="{58C4E6FF-9DAD-49AD-86F6-EC1AA3B95DA7}">
      <dgm:prSet phldrT="[Metin]"/>
      <dgm:spPr/>
      <dgm:t>
        <a:bodyPr/>
        <a:lstStyle/>
        <a:p>
          <a:endParaRPr lang="tr-TR" dirty="0"/>
        </a:p>
      </dgm:t>
    </dgm:pt>
    <dgm:pt modelId="{2CE84A09-E728-4D31-B472-485DCDC92208}" type="parTrans" cxnId="{D3429B8C-0051-4F50-9B94-B28F53122736}">
      <dgm:prSet/>
      <dgm:spPr/>
      <dgm:t>
        <a:bodyPr/>
        <a:lstStyle/>
        <a:p>
          <a:endParaRPr lang="tr-TR"/>
        </a:p>
      </dgm:t>
    </dgm:pt>
    <dgm:pt modelId="{74494D48-A6CD-4256-9F83-B444DD125B96}" type="sibTrans" cxnId="{D3429B8C-0051-4F50-9B94-B28F53122736}">
      <dgm:prSet/>
      <dgm:spPr/>
      <dgm:t>
        <a:bodyPr/>
        <a:lstStyle/>
        <a:p>
          <a:endParaRPr lang="tr-TR"/>
        </a:p>
      </dgm:t>
    </dgm:pt>
    <dgm:pt modelId="{5387681B-8AA8-4F8C-ACDC-B4AAF675F329}">
      <dgm:prSet phldrT="[Metin]"/>
      <dgm:spPr/>
      <dgm:t>
        <a:bodyPr/>
        <a:lstStyle/>
        <a:p>
          <a:pPr marL="171450" indent="0" defTabSz="844550">
            <a:lnSpc>
              <a:spcPct val="90000"/>
            </a:lnSpc>
            <a:spcBef>
              <a:spcPct val="0"/>
            </a:spcBef>
            <a:spcAft>
              <a:spcPct val="15000"/>
            </a:spcAft>
            <a:buNone/>
          </a:pPr>
          <a:r>
            <a:rPr lang="tr-TR" dirty="0"/>
            <a:t>Hak ehliyeti medeni haklardan yararlanmayı,  fiil ehliyeti ise medeni hakları kullanmayı ifade eder. </a:t>
          </a:r>
        </a:p>
      </dgm:t>
    </dgm:pt>
    <dgm:pt modelId="{7E1836D7-4FE8-4686-8BC2-918D12013626}" type="parTrans" cxnId="{1C9B207C-59F1-45CF-90A8-AC34F564886D}">
      <dgm:prSet/>
      <dgm:spPr/>
      <dgm:t>
        <a:bodyPr/>
        <a:lstStyle/>
        <a:p>
          <a:endParaRPr lang="tr-TR"/>
        </a:p>
      </dgm:t>
    </dgm:pt>
    <dgm:pt modelId="{E29C5922-5E78-45CF-B8B6-DFB3B71BBB0C}" type="sibTrans" cxnId="{1C9B207C-59F1-45CF-90A8-AC34F564886D}">
      <dgm:prSet/>
      <dgm:spPr/>
      <dgm:t>
        <a:bodyPr/>
        <a:lstStyle/>
        <a:p>
          <a:endParaRPr lang="tr-TR"/>
        </a:p>
      </dgm:t>
    </dgm:pt>
    <dgm:pt modelId="{1CFADB62-228D-47C2-AC4A-0CADF532AB8A}" type="pres">
      <dgm:prSet presAssocID="{92B6BCF2-1DCA-4B1E-9416-4B0C22329E4C}" presName="linear" presStyleCnt="0">
        <dgm:presLayoutVars>
          <dgm:dir/>
          <dgm:animLvl val="lvl"/>
          <dgm:resizeHandles val="exact"/>
        </dgm:presLayoutVars>
      </dgm:prSet>
      <dgm:spPr/>
    </dgm:pt>
    <dgm:pt modelId="{C22672B4-3221-411D-BF1E-CB6AEE8861E6}" type="pres">
      <dgm:prSet presAssocID="{0E2C8789-2330-4B9E-8AA9-8D7E8F5FBA34}" presName="parentLin" presStyleCnt="0"/>
      <dgm:spPr/>
    </dgm:pt>
    <dgm:pt modelId="{0029D593-6096-416E-8943-A04DA713A261}" type="pres">
      <dgm:prSet presAssocID="{0E2C8789-2330-4B9E-8AA9-8D7E8F5FBA34}" presName="parentLeftMargin" presStyleLbl="node1" presStyleIdx="0" presStyleCnt="2"/>
      <dgm:spPr/>
    </dgm:pt>
    <dgm:pt modelId="{E20B3C6F-2B65-490C-AA95-EB010D1671E8}" type="pres">
      <dgm:prSet presAssocID="{0E2C8789-2330-4B9E-8AA9-8D7E8F5FBA34}" presName="parentText" presStyleLbl="node1" presStyleIdx="0" presStyleCnt="2">
        <dgm:presLayoutVars>
          <dgm:chMax val="0"/>
          <dgm:bulletEnabled val="1"/>
        </dgm:presLayoutVars>
      </dgm:prSet>
      <dgm:spPr/>
    </dgm:pt>
    <dgm:pt modelId="{B913A9F6-FEBC-4D94-AB6D-86AF7461E62D}" type="pres">
      <dgm:prSet presAssocID="{0E2C8789-2330-4B9E-8AA9-8D7E8F5FBA34}" presName="negativeSpace" presStyleCnt="0"/>
      <dgm:spPr/>
    </dgm:pt>
    <dgm:pt modelId="{2DD5363C-F09E-41EA-807C-835DAA685D06}" type="pres">
      <dgm:prSet presAssocID="{0E2C8789-2330-4B9E-8AA9-8D7E8F5FBA34}" presName="childText" presStyleLbl="conFgAcc1" presStyleIdx="0" presStyleCnt="2">
        <dgm:presLayoutVars>
          <dgm:bulletEnabled val="1"/>
        </dgm:presLayoutVars>
      </dgm:prSet>
      <dgm:spPr/>
    </dgm:pt>
    <dgm:pt modelId="{E7A5AF90-4232-4812-A77D-EEEF387E72FD}" type="pres">
      <dgm:prSet presAssocID="{543933AC-7987-4FCF-B749-DC83ADB3DA8A}" presName="spaceBetweenRectangles" presStyleCnt="0"/>
      <dgm:spPr/>
    </dgm:pt>
    <dgm:pt modelId="{DA2F3CC6-2B23-451D-A5EC-AA610D459442}" type="pres">
      <dgm:prSet presAssocID="{8668491F-104D-4CA1-87F0-4560B188FDB3}" presName="parentLin" presStyleCnt="0"/>
      <dgm:spPr/>
    </dgm:pt>
    <dgm:pt modelId="{7F9E98C6-14C1-44B9-A5BC-A38C0002174F}" type="pres">
      <dgm:prSet presAssocID="{8668491F-104D-4CA1-87F0-4560B188FDB3}" presName="parentLeftMargin" presStyleLbl="node1" presStyleIdx="0" presStyleCnt="2"/>
      <dgm:spPr/>
    </dgm:pt>
    <dgm:pt modelId="{11434502-085A-4741-BA51-A91B06873DC7}" type="pres">
      <dgm:prSet presAssocID="{8668491F-104D-4CA1-87F0-4560B188FDB3}" presName="parentText" presStyleLbl="node1" presStyleIdx="1" presStyleCnt="2">
        <dgm:presLayoutVars>
          <dgm:chMax val="0"/>
          <dgm:bulletEnabled val="1"/>
        </dgm:presLayoutVars>
      </dgm:prSet>
      <dgm:spPr/>
    </dgm:pt>
    <dgm:pt modelId="{0B3F6FCB-FE60-4465-AFE6-568ECDFF44D2}" type="pres">
      <dgm:prSet presAssocID="{8668491F-104D-4CA1-87F0-4560B188FDB3}" presName="negativeSpace" presStyleCnt="0"/>
      <dgm:spPr/>
    </dgm:pt>
    <dgm:pt modelId="{C5536A5C-BD4D-4CCE-843A-2B5E20D4FE83}" type="pres">
      <dgm:prSet presAssocID="{8668491F-104D-4CA1-87F0-4560B188FDB3}" presName="childText" presStyleLbl="conFgAcc1" presStyleIdx="1" presStyleCnt="2">
        <dgm:presLayoutVars>
          <dgm:bulletEnabled val="1"/>
        </dgm:presLayoutVars>
      </dgm:prSet>
      <dgm:spPr/>
    </dgm:pt>
  </dgm:ptLst>
  <dgm:cxnLst>
    <dgm:cxn modelId="{54263600-9A5D-4AB8-8F32-2F3E9DB2920D}" type="presOf" srcId="{E20E0470-BF19-45A7-982A-EDB50955ED95}" destId="{C5536A5C-BD4D-4CCE-843A-2B5E20D4FE83}" srcOrd="0" destOrd="0" presId="urn:microsoft.com/office/officeart/2005/8/layout/list1"/>
    <dgm:cxn modelId="{7ABEBF0C-701F-46F9-A1B7-73441ED7AC3B}" type="presOf" srcId="{92B6BCF2-1DCA-4B1E-9416-4B0C22329E4C}" destId="{1CFADB62-228D-47C2-AC4A-0CADF532AB8A}" srcOrd="0" destOrd="0" presId="urn:microsoft.com/office/officeart/2005/8/layout/list1"/>
    <dgm:cxn modelId="{A6EB1719-5160-464B-8D42-65F7DAA7AD10}" srcId="{0E2C8789-2330-4B9E-8AA9-8D7E8F5FBA34}" destId="{747B2F61-F698-4D62-9BBF-68F5DAAC3A99}" srcOrd="1" destOrd="0" parTransId="{859CD718-F1C8-4D5E-822B-9ACD4B554012}" sibTransId="{C3B337A3-9F49-43EB-AE7E-54E6876B7BD1}"/>
    <dgm:cxn modelId="{79FE611C-461E-4EF9-828D-1D33386DF3D3}" srcId="{8668491F-104D-4CA1-87F0-4560B188FDB3}" destId="{E20E0470-BF19-45A7-982A-EDB50955ED95}" srcOrd="0" destOrd="0" parTransId="{2A0BD1A7-DA16-474C-9870-4B3302AB0800}" sibTransId="{457814ED-8CEE-45FE-8BE4-05CE6C795F65}"/>
    <dgm:cxn modelId="{DC0C3334-9F6F-4827-B8B8-E5DCA0DE07A5}" type="presOf" srcId="{8668491F-104D-4CA1-87F0-4560B188FDB3}" destId="{7F9E98C6-14C1-44B9-A5BC-A38C0002174F}" srcOrd="0" destOrd="0" presId="urn:microsoft.com/office/officeart/2005/8/layout/list1"/>
    <dgm:cxn modelId="{28D97D5C-E425-4C2D-846B-2243DDF82C35}" srcId="{0E2C8789-2330-4B9E-8AA9-8D7E8F5FBA34}" destId="{DBAC23AF-CE03-431D-9DCC-F05FE766D0CD}" srcOrd="0" destOrd="0" parTransId="{5C956516-599C-4FDB-8E0B-F88AD6CC4C10}" sibTransId="{71085940-DB64-42E5-B1CA-6601F581A83D}"/>
    <dgm:cxn modelId="{442CE263-804E-45E7-A23F-C85D010580EA}" srcId="{92B6BCF2-1DCA-4B1E-9416-4B0C22329E4C}" destId="{8668491F-104D-4CA1-87F0-4560B188FDB3}" srcOrd="1" destOrd="0" parTransId="{F93950E4-C892-4639-AE47-CA974223DFCB}" sibTransId="{88C3FD30-8C52-4A74-B47C-FFADBF540ECF}"/>
    <dgm:cxn modelId="{234A5D47-96A4-4594-823A-EF7D49735974}" srcId="{92B6BCF2-1DCA-4B1E-9416-4B0C22329E4C}" destId="{0E2C8789-2330-4B9E-8AA9-8D7E8F5FBA34}" srcOrd="0" destOrd="0" parTransId="{4815DBB6-D070-4020-BEBD-5B6AB9F2767C}" sibTransId="{543933AC-7987-4FCF-B749-DC83ADB3DA8A}"/>
    <dgm:cxn modelId="{22956F51-F314-4787-8FD9-B9D31E2D4641}" type="presOf" srcId="{8668491F-104D-4CA1-87F0-4560B188FDB3}" destId="{11434502-085A-4741-BA51-A91B06873DC7}" srcOrd="1" destOrd="0" presId="urn:microsoft.com/office/officeart/2005/8/layout/list1"/>
    <dgm:cxn modelId="{1C9B207C-59F1-45CF-90A8-AC34F564886D}" srcId="{8668491F-104D-4CA1-87F0-4560B188FDB3}" destId="{5387681B-8AA8-4F8C-ACDC-B4AAF675F329}" srcOrd="1" destOrd="0" parTransId="{7E1836D7-4FE8-4686-8BC2-918D12013626}" sibTransId="{E29C5922-5E78-45CF-B8B6-DFB3B71BBB0C}"/>
    <dgm:cxn modelId="{11D60C88-5DC7-4455-B0AD-CA1A2B9A3A1F}" type="presOf" srcId="{0E2C8789-2330-4B9E-8AA9-8D7E8F5FBA34}" destId="{E20B3C6F-2B65-490C-AA95-EB010D1671E8}" srcOrd="1" destOrd="0" presId="urn:microsoft.com/office/officeart/2005/8/layout/list1"/>
    <dgm:cxn modelId="{D3429B8C-0051-4F50-9B94-B28F53122736}" srcId="{0E2C8789-2330-4B9E-8AA9-8D7E8F5FBA34}" destId="{58C4E6FF-9DAD-49AD-86F6-EC1AA3B95DA7}" srcOrd="2" destOrd="0" parTransId="{2CE84A09-E728-4D31-B472-485DCDC92208}" sibTransId="{74494D48-A6CD-4256-9F83-B444DD125B96}"/>
    <dgm:cxn modelId="{EDBB8893-2081-4B17-ACB1-C9110A545EE5}" type="presOf" srcId="{DBAC23AF-CE03-431D-9DCC-F05FE766D0CD}" destId="{2DD5363C-F09E-41EA-807C-835DAA685D06}" srcOrd="0" destOrd="0" presId="urn:microsoft.com/office/officeart/2005/8/layout/list1"/>
    <dgm:cxn modelId="{72F626A1-111E-4EC0-9074-27FBB2E31F8F}" type="presOf" srcId="{58C4E6FF-9DAD-49AD-86F6-EC1AA3B95DA7}" destId="{2DD5363C-F09E-41EA-807C-835DAA685D06}" srcOrd="0" destOrd="2" presId="urn:microsoft.com/office/officeart/2005/8/layout/list1"/>
    <dgm:cxn modelId="{3E68D2B9-EAEB-4CC1-A0E4-5D4E25BA7335}" type="presOf" srcId="{747B2F61-F698-4D62-9BBF-68F5DAAC3A99}" destId="{2DD5363C-F09E-41EA-807C-835DAA685D06}" srcOrd="0" destOrd="1" presId="urn:microsoft.com/office/officeart/2005/8/layout/list1"/>
    <dgm:cxn modelId="{44DEE7E9-9A92-45DC-A684-BD29C1261A33}" type="presOf" srcId="{0E2C8789-2330-4B9E-8AA9-8D7E8F5FBA34}" destId="{0029D593-6096-416E-8943-A04DA713A261}" srcOrd="0" destOrd="0" presId="urn:microsoft.com/office/officeart/2005/8/layout/list1"/>
    <dgm:cxn modelId="{03A4D9FF-F4C9-46B3-83FB-CF9A67CF9BD1}" type="presOf" srcId="{5387681B-8AA8-4F8C-ACDC-B4AAF675F329}" destId="{C5536A5C-BD4D-4CCE-843A-2B5E20D4FE83}" srcOrd="0" destOrd="1" presId="urn:microsoft.com/office/officeart/2005/8/layout/list1"/>
    <dgm:cxn modelId="{410A7792-0162-447F-A34B-7AFD07C6DB8C}" type="presParOf" srcId="{1CFADB62-228D-47C2-AC4A-0CADF532AB8A}" destId="{C22672B4-3221-411D-BF1E-CB6AEE8861E6}" srcOrd="0" destOrd="0" presId="urn:microsoft.com/office/officeart/2005/8/layout/list1"/>
    <dgm:cxn modelId="{FBB49284-DD0D-4DB2-9F35-D8FC67C37A2E}" type="presParOf" srcId="{C22672B4-3221-411D-BF1E-CB6AEE8861E6}" destId="{0029D593-6096-416E-8943-A04DA713A261}" srcOrd="0" destOrd="0" presId="urn:microsoft.com/office/officeart/2005/8/layout/list1"/>
    <dgm:cxn modelId="{4989CE9B-DDAB-45DA-BBC0-BFFC0AA2C4D8}" type="presParOf" srcId="{C22672B4-3221-411D-BF1E-CB6AEE8861E6}" destId="{E20B3C6F-2B65-490C-AA95-EB010D1671E8}" srcOrd="1" destOrd="0" presId="urn:microsoft.com/office/officeart/2005/8/layout/list1"/>
    <dgm:cxn modelId="{E7A27D88-01D9-4E57-BEEB-5C37F97F5FF6}" type="presParOf" srcId="{1CFADB62-228D-47C2-AC4A-0CADF532AB8A}" destId="{B913A9F6-FEBC-4D94-AB6D-86AF7461E62D}" srcOrd="1" destOrd="0" presId="urn:microsoft.com/office/officeart/2005/8/layout/list1"/>
    <dgm:cxn modelId="{7235BE57-34B0-491D-968B-4D02012CB1AA}" type="presParOf" srcId="{1CFADB62-228D-47C2-AC4A-0CADF532AB8A}" destId="{2DD5363C-F09E-41EA-807C-835DAA685D06}" srcOrd="2" destOrd="0" presId="urn:microsoft.com/office/officeart/2005/8/layout/list1"/>
    <dgm:cxn modelId="{75B97396-498F-4BCF-9834-86DD509E42DC}" type="presParOf" srcId="{1CFADB62-228D-47C2-AC4A-0CADF532AB8A}" destId="{E7A5AF90-4232-4812-A77D-EEEF387E72FD}" srcOrd="3" destOrd="0" presId="urn:microsoft.com/office/officeart/2005/8/layout/list1"/>
    <dgm:cxn modelId="{A74A6FCA-7FAD-4091-A57E-E222FA819C6E}" type="presParOf" srcId="{1CFADB62-228D-47C2-AC4A-0CADF532AB8A}" destId="{DA2F3CC6-2B23-451D-A5EC-AA610D459442}" srcOrd="4" destOrd="0" presId="urn:microsoft.com/office/officeart/2005/8/layout/list1"/>
    <dgm:cxn modelId="{83652447-1467-4876-850E-AFB3C31F651C}" type="presParOf" srcId="{DA2F3CC6-2B23-451D-A5EC-AA610D459442}" destId="{7F9E98C6-14C1-44B9-A5BC-A38C0002174F}" srcOrd="0" destOrd="0" presId="urn:microsoft.com/office/officeart/2005/8/layout/list1"/>
    <dgm:cxn modelId="{E4E3E153-5B7F-4AAA-A9FE-BF38779CCCF0}" type="presParOf" srcId="{DA2F3CC6-2B23-451D-A5EC-AA610D459442}" destId="{11434502-085A-4741-BA51-A91B06873DC7}" srcOrd="1" destOrd="0" presId="urn:microsoft.com/office/officeart/2005/8/layout/list1"/>
    <dgm:cxn modelId="{E5E619B3-9696-4F30-80F7-706BE5892692}" type="presParOf" srcId="{1CFADB62-228D-47C2-AC4A-0CADF532AB8A}" destId="{0B3F6FCB-FE60-4465-AFE6-568ECDFF44D2}" srcOrd="5" destOrd="0" presId="urn:microsoft.com/office/officeart/2005/8/layout/list1"/>
    <dgm:cxn modelId="{9D479E39-80C9-44AC-8013-497326B64109}" type="presParOf" srcId="{1CFADB62-228D-47C2-AC4A-0CADF532AB8A}" destId="{C5536A5C-BD4D-4CCE-843A-2B5E20D4FE83}"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1832E-062E-45EF-A245-A2B91781892F}">
      <dsp:nvSpPr>
        <dsp:cNvPr id="0" name=""/>
        <dsp:cNvSpPr/>
      </dsp:nvSpPr>
      <dsp:spPr>
        <a:xfrm>
          <a:off x="5229125" y="1326588"/>
          <a:ext cx="4332986" cy="376002"/>
        </a:xfrm>
        <a:custGeom>
          <a:avLst/>
          <a:gdLst/>
          <a:ahLst/>
          <a:cxnLst/>
          <a:rect l="0" t="0" r="0" b="0"/>
          <a:pathLst>
            <a:path>
              <a:moveTo>
                <a:pt x="0" y="0"/>
              </a:moveTo>
              <a:lnTo>
                <a:pt x="0" y="188001"/>
              </a:lnTo>
              <a:lnTo>
                <a:pt x="4332986" y="188001"/>
              </a:lnTo>
              <a:lnTo>
                <a:pt x="4332986" y="37600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EB4B77-043B-4DCB-8F57-2117B5961CE2}">
      <dsp:nvSpPr>
        <dsp:cNvPr id="0" name=""/>
        <dsp:cNvSpPr/>
      </dsp:nvSpPr>
      <dsp:spPr>
        <a:xfrm>
          <a:off x="5229125" y="1326588"/>
          <a:ext cx="2166493" cy="376002"/>
        </a:xfrm>
        <a:custGeom>
          <a:avLst/>
          <a:gdLst/>
          <a:ahLst/>
          <a:cxnLst/>
          <a:rect l="0" t="0" r="0" b="0"/>
          <a:pathLst>
            <a:path>
              <a:moveTo>
                <a:pt x="0" y="0"/>
              </a:moveTo>
              <a:lnTo>
                <a:pt x="0" y="188001"/>
              </a:lnTo>
              <a:lnTo>
                <a:pt x="2166493" y="188001"/>
              </a:lnTo>
              <a:lnTo>
                <a:pt x="2166493" y="37600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B98839-4E56-45DD-97C4-095DFDC8F138}">
      <dsp:nvSpPr>
        <dsp:cNvPr id="0" name=""/>
        <dsp:cNvSpPr/>
      </dsp:nvSpPr>
      <dsp:spPr>
        <a:xfrm>
          <a:off x="5183405" y="1326588"/>
          <a:ext cx="91440" cy="376002"/>
        </a:xfrm>
        <a:custGeom>
          <a:avLst/>
          <a:gdLst/>
          <a:ahLst/>
          <a:cxnLst/>
          <a:rect l="0" t="0" r="0" b="0"/>
          <a:pathLst>
            <a:path>
              <a:moveTo>
                <a:pt x="45720" y="0"/>
              </a:moveTo>
              <a:lnTo>
                <a:pt x="45720" y="37600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33849C-6782-464B-8AAC-0DC6FB46C2A2}">
      <dsp:nvSpPr>
        <dsp:cNvPr id="0" name=""/>
        <dsp:cNvSpPr/>
      </dsp:nvSpPr>
      <dsp:spPr>
        <a:xfrm>
          <a:off x="3062632" y="1326588"/>
          <a:ext cx="2166493" cy="376002"/>
        </a:xfrm>
        <a:custGeom>
          <a:avLst/>
          <a:gdLst/>
          <a:ahLst/>
          <a:cxnLst/>
          <a:rect l="0" t="0" r="0" b="0"/>
          <a:pathLst>
            <a:path>
              <a:moveTo>
                <a:pt x="2166493" y="0"/>
              </a:moveTo>
              <a:lnTo>
                <a:pt x="2166493" y="188001"/>
              </a:lnTo>
              <a:lnTo>
                <a:pt x="0" y="188001"/>
              </a:lnTo>
              <a:lnTo>
                <a:pt x="0" y="37600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41C3F3-E954-4E44-9B14-976D594DA74E}">
      <dsp:nvSpPr>
        <dsp:cNvPr id="0" name=""/>
        <dsp:cNvSpPr/>
      </dsp:nvSpPr>
      <dsp:spPr>
        <a:xfrm>
          <a:off x="896138" y="1326588"/>
          <a:ext cx="4332986" cy="376002"/>
        </a:xfrm>
        <a:custGeom>
          <a:avLst/>
          <a:gdLst/>
          <a:ahLst/>
          <a:cxnLst/>
          <a:rect l="0" t="0" r="0" b="0"/>
          <a:pathLst>
            <a:path>
              <a:moveTo>
                <a:pt x="4332986" y="0"/>
              </a:moveTo>
              <a:lnTo>
                <a:pt x="4332986" y="188001"/>
              </a:lnTo>
              <a:lnTo>
                <a:pt x="0" y="188001"/>
              </a:lnTo>
              <a:lnTo>
                <a:pt x="0" y="37600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CF2996-54C2-439B-96E8-A47E2146322B}">
      <dsp:nvSpPr>
        <dsp:cNvPr id="0" name=""/>
        <dsp:cNvSpPr/>
      </dsp:nvSpPr>
      <dsp:spPr>
        <a:xfrm>
          <a:off x="2852813" y="431342"/>
          <a:ext cx="4752623" cy="8952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tr-TR" sz="2900" b="1" kern="1200"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Toplumsal Hayatı Düzenleyen Kurallar</a:t>
          </a:r>
        </a:p>
      </dsp:txBody>
      <dsp:txXfrm>
        <a:off x="2852813" y="431342"/>
        <a:ext cx="4752623" cy="895245"/>
      </dsp:txXfrm>
    </dsp:sp>
    <dsp:sp modelId="{CE141210-C57C-4AAF-B43A-3327952E161D}">
      <dsp:nvSpPr>
        <dsp:cNvPr id="0" name=""/>
        <dsp:cNvSpPr/>
      </dsp:nvSpPr>
      <dsp:spPr>
        <a:xfrm>
          <a:off x="893" y="1702590"/>
          <a:ext cx="1790490" cy="8952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tr-TR" sz="2900" b="1" kern="1200"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Din Kuralları</a:t>
          </a:r>
        </a:p>
      </dsp:txBody>
      <dsp:txXfrm>
        <a:off x="893" y="1702590"/>
        <a:ext cx="1790490" cy="895245"/>
      </dsp:txXfrm>
    </dsp:sp>
    <dsp:sp modelId="{146EF831-0841-4B01-B7EA-9042359166E9}">
      <dsp:nvSpPr>
        <dsp:cNvPr id="0" name=""/>
        <dsp:cNvSpPr/>
      </dsp:nvSpPr>
      <dsp:spPr>
        <a:xfrm>
          <a:off x="2167386" y="1702590"/>
          <a:ext cx="1790490" cy="8952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tr-TR" sz="2900" b="1" kern="1200"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Ahlak Kuralları</a:t>
          </a:r>
        </a:p>
      </dsp:txBody>
      <dsp:txXfrm>
        <a:off x="2167386" y="1702590"/>
        <a:ext cx="1790490" cy="895245"/>
      </dsp:txXfrm>
    </dsp:sp>
    <dsp:sp modelId="{C7CFB357-61E6-4B5F-96E2-410FF4F5FD40}">
      <dsp:nvSpPr>
        <dsp:cNvPr id="0" name=""/>
        <dsp:cNvSpPr/>
      </dsp:nvSpPr>
      <dsp:spPr>
        <a:xfrm>
          <a:off x="4333880" y="1702590"/>
          <a:ext cx="1790490" cy="8952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tr-TR" sz="2900" b="1" kern="1200"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Görgü Kuralları</a:t>
          </a:r>
        </a:p>
      </dsp:txBody>
      <dsp:txXfrm>
        <a:off x="4333880" y="1702590"/>
        <a:ext cx="1790490" cy="895245"/>
      </dsp:txXfrm>
    </dsp:sp>
    <dsp:sp modelId="{69E2F7B9-E6A3-4126-96E3-9758CC2F72A2}">
      <dsp:nvSpPr>
        <dsp:cNvPr id="0" name=""/>
        <dsp:cNvSpPr/>
      </dsp:nvSpPr>
      <dsp:spPr>
        <a:xfrm>
          <a:off x="6500373" y="1702590"/>
          <a:ext cx="1790490" cy="8952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tr-TR" sz="2900" b="1" kern="1200"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Örf ve Adet Kuralları</a:t>
          </a:r>
        </a:p>
      </dsp:txBody>
      <dsp:txXfrm>
        <a:off x="6500373" y="1702590"/>
        <a:ext cx="1790490" cy="895245"/>
      </dsp:txXfrm>
    </dsp:sp>
    <dsp:sp modelId="{07A534C4-6201-477B-99D4-12D890BDB837}">
      <dsp:nvSpPr>
        <dsp:cNvPr id="0" name=""/>
        <dsp:cNvSpPr/>
      </dsp:nvSpPr>
      <dsp:spPr>
        <a:xfrm>
          <a:off x="8666866" y="1702590"/>
          <a:ext cx="1790490" cy="89524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tr-TR" sz="2900" b="1" kern="1200" cap="none" spc="0"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Hukuk Kuralları</a:t>
          </a:r>
        </a:p>
      </dsp:txBody>
      <dsp:txXfrm>
        <a:off x="8666866" y="1702590"/>
        <a:ext cx="1790490" cy="8952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C2A98F-F924-471C-9F7B-9E63E49E3A7B}">
      <dsp:nvSpPr>
        <dsp:cNvPr id="0" name=""/>
        <dsp:cNvSpPr/>
      </dsp:nvSpPr>
      <dsp:spPr>
        <a:xfrm>
          <a:off x="2325643" y="629"/>
          <a:ext cx="1375227" cy="68761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tr-TR" sz="2000" b="1" kern="1200" dirty="0"/>
            <a:t>Yazılı Kaynaklar</a:t>
          </a:r>
        </a:p>
      </dsp:txBody>
      <dsp:txXfrm>
        <a:off x="2345782" y="20768"/>
        <a:ext cx="1334949" cy="647335"/>
      </dsp:txXfrm>
    </dsp:sp>
    <dsp:sp modelId="{5193630E-C7F6-4D15-9255-0FA8B51F4167}">
      <dsp:nvSpPr>
        <dsp:cNvPr id="0" name=""/>
        <dsp:cNvSpPr/>
      </dsp:nvSpPr>
      <dsp:spPr>
        <a:xfrm>
          <a:off x="2463165" y="688243"/>
          <a:ext cx="241203" cy="478001"/>
        </a:xfrm>
        <a:custGeom>
          <a:avLst/>
          <a:gdLst/>
          <a:ahLst/>
          <a:cxnLst/>
          <a:rect l="0" t="0" r="0" b="0"/>
          <a:pathLst>
            <a:path>
              <a:moveTo>
                <a:pt x="0" y="0"/>
              </a:moveTo>
              <a:lnTo>
                <a:pt x="0" y="478001"/>
              </a:lnTo>
              <a:lnTo>
                <a:pt x="241203" y="4780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9761A03-9DC7-4244-A79E-52EE1F09E9EC}">
      <dsp:nvSpPr>
        <dsp:cNvPr id="0" name=""/>
        <dsp:cNvSpPr/>
      </dsp:nvSpPr>
      <dsp:spPr>
        <a:xfrm>
          <a:off x="2704369" y="822438"/>
          <a:ext cx="1855962" cy="68761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tr-TR" sz="2800" b="1" kern="1200" dirty="0"/>
            <a:t>Anayasa</a:t>
          </a:r>
        </a:p>
      </dsp:txBody>
      <dsp:txXfrm>
        <a:off x="2724508" y="842577"/>
        <a:ext cx="1815684" cy="647335"/>
      </dsp:txXfrm>
    </dsp:sp>
    <dsp:sp modelId="{538B70EF-EF53-4D05-A0DC-EB1E5ED12202}">
      <dsp:nvSpPr>
        <dsp:cNvPr id="0" name=""/>
        <dsp:cNvSpPr/>
      </dsp:nvSpPr>
      <dsp:spPr>
        <a:xfrm>
          <a:off x="2463165" y="688243"/>
          <a:ext cx="189803" cy="1276365"/>
        </a:xfrm>
        <a:custGeom>
          <a:avLst/>
          <a:gdLst/>
          <a:ahLst/>
          <a:cxnLst/>
          <a:rect l="0" t="0" r="0" b="0"/>
          <a:pathLst>
            <a:path>
              <a:moveTo>
                <a:pt x="0" y="0"/>
              </a:moveTo>
              <a:lnTo>
                <a:pt x="0" y="1276365"/>
              </a:lnTo>
              <a:lnTo>
                <a:pt x="189803" y="127636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6FFA0A-B83F-4428-AB08-ECF0A2CED0DA}">
      <dsp:nvSpPr>
        <dsp:cNvPr id="0" name=""/>
        <dsp:cNvSpPr/>
      </dsp:nvSpPr>
      <dsp:spPr>
        <a:xfrm>
          <a:off x="2652969" y="1709205"/>
          <a:ext cx="1758453" cy="510807"/>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Kanun</a:t>
          </a:r>
        </a:p>
      </dsp:txBody>
      <dsp:txXfrm>
        <a:off x="2667930" y="1724166"/>
        <a:ext cx="1728531" cy="480885"/>
      </dsp:txXfrm>
    </dsp:sp>
    <dsp:sp modelId="{72C11A5C-2FF0-4816-A4CD-CA9D91A3B3FE}">
      <dsp:nvSpPr>
        <dsp:cNvPr id="0" name=""/>
        <dsp:cNvSpPr/>
      </dsp:nvSpPr>
      <dsp:spPr>
        <a:xfrm>
          <a:off x="2463165" y="688243"/>
          <a:ext cx="137522" cy="1997314"/>
        </a:xfrm>
        <a:custGeom>
          <a:avLst/>
          <a:gdLst/>
          <a:ahLst/>
          <a:cxnLst/>
          <a:rect l="0" t="0" r="0" b="0"/>
          <a:pathLst>
            <a:path>
              <a:moveTo>
                <a:pt x="0" y="0"/>
              </a:moveTo>
              <a:lnTo>
                <a:pt x="0" y="1997314"/>
              </a:lnTo>
              <a:lnTo>
                <a:pt x="137522" y="19973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CAFF54-D23E-40BC-8C2F-E3245B05D140}">
      <dsp:nvSpPr>
        <dsp:cNvPr id="0" name=""/>
        <dsp:cNvSpPr/>
      </dsp:nvSpPr>
      <dsp:spPr>
        <a:xfrm>
          <a:off x="2600688" y="2402374"/>
          <a:ext cx="2868426" cy="56636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Milletler Arası antlaşmalar</a:t>
          </a:r>
        </a:p>
      </dsp:txBody>
      <dsp:txXfrm>
        <a:off x="2617276" y="2418962"/>
        <a:ext cx="2835250" cy="533190"/>
      </dsp:txXfrm>
    </dsp:sp>
    <dsp:sp modelId="{DDEA90B5-AFE4-4DBD-ADAA-42FDB29073DD}">
      <dsp:nvSpPr>
        <dsp:cNvPr id="0" name=""/>
        <dsp:cNvSpPr/>
      </dsp:nvSpPr>
      <dsp:spPr>
        <a:xfrm>
          <a:off x="2463165" y="688243"/>
          <a:ext cx="137522" cy="2831816"/>
        </a:xfrm>
        <a:custGeom>
          <a:avLst/>
          <a:gdLst/>
          <a:ahLst/>
          <a:cxnLst/>
          <a:rect l="0" t="0" r="0" b="0"/>
          <a:pathLst>
            <a:path>
              <a:moveTo>
                <a:pt x="0" y="0"/>
              </a:moveTo>
              <a:lnTo>
                <a:pt x="0" y="2831816"/>
              </a:lnTo>
              <a:lnTo>
                <a:pt x="137522" y="283181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36628C-46B3-4A36-8C2F-0235EF52CD06}">
      <dsp:nvSpPr>
        <dsp:cNvPr id="0" name=""/>
        <dsp:cNvSpPr/>
      </dsp:nvSpPr>
      <dsp:spPr>
        <a:xfrm>
          <a:off x="2600688" y="3140644"/>
          <a:ext cx="2846214" cy="758829"/>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Kanun Hükmünde Kararnameler</a:t>
          </a:r>
        </a:p>
      </dsp:txBody>
      <dsp:txXfrm>
        <a:off x="2622913" y="3162869"/>
        <a:ext cx="2801764" cy="714379"/>
      </dsp:txXfrm>
    </dsp:sp>
    <dsp:sp modelId="{FE2341D4-6FF9-4167-A110-42DB7CB3FD80}">
      <dsp:nvSpPr>
        <dsp:cNvPr id="0" name=""/>
        <dsp:cNvSpPr/>
      </dsp:nvSpPr>
      <dsp:spPr>
        <a:xfrm>
          <a:off x="2463165" y="688243"/>
          <a:ext cx="137522" cy="3628347"/>
        </a:xfrm>
        <a:custGeom>
          <a:avLst/>
          <a:gdLst/>
          <a:ahLst/>
          <a:cxnLst/>
          <a:rect l="0" t="0" r="0" b="0"/>
          <a:pathLst>
            <a:path>
              <a:moveTo>
                <a:pt x="0" y="0"/>
              </a:moveTo>
              <a:lnTo>
                <a:pt x="0" y="3628347"/>
              </a:lnTo>
              <a:lnTo>
                <a:pt x="137522" y="36283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D926E5-3C74-40C5-9CD5-20D26F5093BD}">
      <dsp:nvSpPr>
        <dsp:cNvPr id="0" name=""/>
        <dsp:cNvSpPr/>
      </dsp:nvSpPr>
      <dsp:spPr>
        <a:xfrm>
          <a:off x="2600688" y="4071378"/>
          <a:ext cx="2647785" cy="49042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Tüzük</a:t>
          </a:r>
        </a:p>
      </dsp:txBody>
      <dsp:txXfrm>
        <a:off x="2615052" y="4085742"/>
        <a:ext cx="2619057" cy="461698"/>
      </dsp:txXfrm>
    </dsp:sp>
    <dsp:sp modelId="{2BC86ACE-D779-4F57-B404-EF621D7245B8}">
      <dsp:nvSpPr>
        <dsp:cNvPr id="0" name=""/>
        <dsp:cNvSpPr/>
      </dsp:nvSpPr>
      <dsp:spPr>
        <a:xfrm>
          <a:off x="2463165" y="688243"/>
          <a:ext cx="137522" cy="4314290"/>
        </a:xfrm>
        <a:custGeom>
          <a:avLst/>
          <a:gdLst/>
          <a:ahLst/>
          <a:cxnLst/>
          <a:rect l="0" t="0" r="0" b="0"/>
          <a:pathLst>
            <a:path>
              <a:moveTo>
                <a:pt x="0" y="0"/>
              </a:moveTo>
              <a:lnTo>
                <a:pt x="0" y="4314290"/>
              </a:lnTo>
              <a:lnTo>
                <a:pt x="137522" y="431429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D88088-69A2-4E21-9EEA-F2CA9F314513}">
      <dsp:nvSpPr>
        <dsp:cNvPr id="0" name=""/>
        <dsp:cNvSpPr/>
      </dsp:nvSpPr>
      <dsp:spPr>
        <a:xfrm>
          <a:off x="2600688" y="4733708"/>
          <a:ext cx="2728923" cy="537651"/>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Yönetmelikler</a:t>
          </a:r>
        </a:p>
      </dsp:txBody>
      <dsp:txXfrm>
        <a:off x="2616435" y="4749455"/>
        <a:ext cx="2697429" cy="506157"/>
      </dsp:txXfrm>
    </dsp:sp>
    <dsp:sp modelId="{CF5E6CBE-002A-4C1C-BF0C-4A82225A82FA}">
      <dsp:nvSpPr>
        <dsp:cNvPr id="0" name=""/>
        <dsp:cNvSpPr/>
      </dsp:nvSpPr>
      <dsp:spPr>
        <a:xfrm>
          <a:off x="4525412" y="629"/>
          <a:ext cx="1375227" cy="68761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tr-TR" sz="2000" b="1" kern="1200" dirty="0"/>
            <a:t>Yazısız Kaynaklar</a:t>
          </a:r>
        </a:p>
      </dsp:txBody>
      <dsp:txXfrm>
        <a:off x="4545551" y="20768"/>
        <a:ext cx="1334949" cy="647335"/>
      </dsp:txXfrm>
    </dsp:sp>
    <dsp:sp modelId="{10DF1276-4E64-4F6C-B27A-CA5BD2C3CF76}">
      <dsp:nvSpPr>
        <dsp:cNvPr id="0" name=""/>
        <dsp:cNvSpPr/>
      </dsp:nvSpPr>
      <dsp:spPr>
        <a:xfrm>
          <a:off x="4662935" y="688243"/>
          <a:ext cx="137522" cy="515710"/>
        </a:xfrm>
        <a:custGeom>
          <a:avLst/>
          <a:gdLst/>
          <a:ahLst/>
          <a:cxnLst/>
          <a:rect l="0" t="0" r="0" b="0"/>
          <a:pathLst>
            <a:path>
              <a:moveTo>
                <a:pt x="0" y="0"/>
              </a:moveTo>
              <a:lnTo>
                <a:pt x="0" y="515710"/>
              </a:lnTo>
              <a:lnTo>
                <a:pt x="137522" y="5157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77B070-54CA-452B-9373-BCAE0E9FAB8E}">
      <dsp:nvSpPr>
        <dsp:cNvPr id="0" name=""/>
        <dsp:cNvSpPr/>
      </dsp:nvSpPr>
      <dsp:spPr>
        <a:xfrm>
          <a:off x="4800458" y="860146"/>
          <a:ext cx="1934735" cy="68761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Örf ve adet kuralları</a:t>
          </a:r>
        </a:p>
      </dsp:txBody>
      <dsp:txXfrm>
        <a:off x="4820597" y="880285"/>
        <a:ext cx="1894457" cy="647335"/>
      </dsp:txXfrm>
    </dsp:sp>
    <dsp:sp modelId="{5AA2E330-C7AD-445F-AF31-EC0012B8B9C0}">
      <dsp:nvSpPr>
        <dsp:cNvPr id="0" name=""/>
        <dsp:cNvSpPr/>
      </dsp:nvSpPr>
      <dsp:spPr>
        <a:xfrm>
          <a:off x="7920183" y="629"/>
          <a:ext cx="1375227" cy="687613"/>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tr-TR" sz="2000" b="1" kern="1200" dirty="0"/>
            <a:t>Yardımcı Kaynaklar</a:t>
          </a:r>
        </a:p>
      </dsp:txBody>
      <dsp:txXfrm>
        <a:off x="7940322" y="20768"/>
        <a:ext cx="1334949" cy="647335"/>
      </dsp:txXfrm>
    </dsp:sp>
    <dsp:sp modelId="{53769084-2FA3-432C-9A18-2675DA964735}">
      <dsp:nvSpPr>
        <dsp:cNvPr id="0" name=""/>
        <dsp:cNvSpPr/>
      </dsp:nvSpPr>
      <dsp:spPr>
        <a:xfrm>
          <a:off x="7079000" y="688243"/>
          <a:ext cx="978705" cy="515710"/>
        </a:xfrm>
        <a:custGeom>
          <a:avLst/>
          <a:gdLst/>
          <a:ahLst/>
          <a:cxnLst/>
          <a:rect l="0" t="0" r="0" b="0"/>
          <a:pathLst>
            <a:path>
              <a:moveTo>
                <a:pt x="978705" y="0"/>
              </a:moveTo>
              <a:lnTo>
                <a:pt x="0" y="5157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F38854-24AF-40C1-991A-9E5A5E4DF7DF}">
      <dsp:nvSpPr>
        <dsp:cNvPr id="0" name=""/>
        <dsp:cNvSpPr/>
      </dsp:nvSpPr>
      <dsp:spPr>
        <a:xfrm>
          <a:off x="7079000" y="860146"/>
          <a:ext cx="3057592" cy="687613"/>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tr-TR" sz="3100" b="1" kern="1200" dirty="0"/>
            <a:t>Bilimsel içtihatlar</a:t>
          </a:r>
        </a:p>
      </dsp:txBody>
      <dsp:txXfrm>
        <a:off x="7099139" y="880285"/>
        <a:ext cx="3017314" cy="647335"/>
      </dsp:txXfrm>
    </dsp:sp>
    <dsp:sp modelId="{1F0D260B-CFDC-4B48-8C33-D5CD6596EE72}">
      <dsp:nvSpPr>
        <dsp:cNvPr id="0" name=""/>
        <dsp:cNvSpPr/>
      </dsp:nvSpPr>
      <dsp:spPr>
        <a:xfrm>
          <a:off x="7079000" y="688243"/>
          <a:ext cx="978705" cy="1584708"/>
        </a:xfrm>
        <a:custGeom>
          <a:avLst/>
          <a:gdLst/>
          <a:ahLst/>
          <a:cxnLst/>
          <a:rect l="0" t="0" r="0" b="0"/>
          <a:pathLst>
            <a:path>
              <a:moveTo>
                <a:pt x="978705" y="0"/>
              </a:moveTo>
              <a:lnTo>
                <a:pt x="0" y="15847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D52B66-15B9-4A55-AA2C-BFE86E0DE2A7}">
      <dsp:nvSpPr>
        <dsp:cNvPr id="0" name=""/>
        <dsp:cNvSpPr/>
      </dsp:nvSpPr>
      <dsp:spPr>
        <a:xfrm>
          <a:off x="7079000" y="1719663"/>
          <a:ext cx="2973263" cy="1106576"/>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tr-TR" sz="2400" b="1" kern="1200" dirty="0"/>
            <a:t>Yargısal içtihatlar</a:t>
          </a:r>
        </a:p>
      </dsp:txBody>
      <dsp:txXfrm>
        <a:off x="7111411" y="1752074"/>
        <a:ext cx="2908441" cy="10417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7070C-FA50-4B33-90BB-D5D7E8325E68}">
      <dsp:nvSpPr>
        <dsp:cNvPr id="0" name=""/>
        <dsp:cNvSpPr/>
      </dsp:nvSpPr>
      <dsp:spPr>
        <a:xfrm>
          <a:off x="2661" y="171518"/>
          <a:ext cx="2594495" cy="806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tr-TR" sz="2800" kern="1200" dirty="0"/>
            <a:t>Kamu Hukuku</a:t>
          </a:r>
        </a:p>
      </dsp:txBody>
      <dsp:txXfrm>
        <a:off x="2661" y="171518"/>
        <a:ext cx="2594495" cy="806400"/>
      </dsp:txXfrm>
    </dsp:sp>
    <dsp:sp modelId="{28248329-34E7-4141-88DF-3BCEBFD9BAEB}">
      <dsp:nvSpPr>
        <dsp:cNvPr id="0" name=""/>
        <dsp:cNvSpPr/>
      </dsp:nvSpPr>
      <dsp:spPr>
        <a:xfrm>
          <a:off x="2661" y="977919"/>
          <a:ext cx="2594495" cy="4611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tr-TR" sz="2800" kern="1200" dirty="0"/>
            <a:t>Anayasa Hukuku</a:t>
          </a:r>
        </a:p>
        <a:p>
          <a:pPr marL="285750" lvl="1" indent="-285750" algn="l" defTabSz="1244600">
            <a:lnSpc>
              <a:spcPct val="90000"/>
            </a:lnSpc>
            <a:spcBef>
              <a:spcPct val="0"/>
            </a:spcBef>
            <a:spcAft>
              <a:spcPct val="15000"/>
            </a:spcAft>
            <a:buChar char="•"/>
          </a:pPr>
          <a:r>
            <a:rPr lang="tr-TR" sz="2800" kern="1200" dirty="0"/>
            <a:t>İdare Hukuku</a:t>
          </a:r>
        </a:p>
        <a:p>
          <a:pPr marL="285750" lvl="1" indent="-285750" algn="l" defTabSz="1244600">
            <a:lnSpc>
              <a:spcPct val="90000"/>
            </a:lnSpc>
            <a:spcBef>
              <a:spcPct val="0"/>
            </a:spcBef>
            <a:spcAft>
              <a:spcPct val="15000"/>
            </a:spcAft>
            <a:buChar char="•"/>
          </a:pPr>
          <a:r>
            <a:rPr lang="tr-TR" sz="2800" kern="1200" dirty="0"/>
            <a:t>Ceza Hukuku</a:t>
          </a:r>
        </a:p>
        <a:p>
          <a:pPr marL="285750" lvl="1" indent="-285750" algn="l" defTabSz="1244600">
            <a:lnSpc>
              <a:spcPct val="90000"/>
            </a:lnSpc>
            <a:spcBef>
              <a:spcPct val="0"/>
            </a:spcBef>
            <a:spcAft>
              <a:spcPct val="15000"/>
            </a:spcAft>
            <a:buChar char="•"/>
          </a:pPr>
          <a:r>
            <a:rPr lang="tr-TR" sz="2800" kern="1200" dirty="0"/>
            <a:t>Vergi Hukuku</a:t>
          </a:r>
        </a:p>
        <a:p>
          <a:pPr marL="285750" lvl="1" indent="-285750" algn="l" defTabSz="1244600">
            <a:lnSpc>
              <a:spcPct val="90000"/>
            </a:lnSpc>
            <a:spcBef>
              <a:spcPct val="0"/>
            </a:spcBef>
            <a:spcAft>
              <a:spcPct val="15000"/>
            </a:spcAft>
            <a:buChar char="•"/>
          </a:pPr>
          <a:r>
            <a:rPr lang="tr-TR" sz="2800" kern="1200" dirty="0"/>
            <a:t>Yargılama Hukuku</a:t>
          </a:r>
        </a:p>
        <a:p>
          <a:pPr marL="285750" lvl="1" indent="-285750" algn="l" defTabSz="1244600">
            <a:lnSpc>
              <a:spcPct val="90000"/>
            </a:lnSpc>
            <a:spcBef>
              <a:spcPct val="0"/>
            </a:spcBef>
            <a:spcAft>
              <a:spcPct val="15000"/>
            </a:spcAft>
            <a:buChar char="•"/>
          </a:pPr>
          <a:r>
            <a:rPr lang="tr-TR" sz="2800" kern="1200" dirty="0"/>
            <a:t>Devletler Genel Hukuku</a:t>
          </a:r>
        </a:p>
      </dsp:txBody>
      <dsp:txXfrm>
        <a:off x="2661" y="977919"/>
        <a:ext cx="2594495" cy="4611600"/>
      </dsp:txXfrm>
    </dsp:sp>
    <dsp:sp modelId="{57116443-3FCB-4A4A-8106-2EB0641EC482}">
      <dsp:nvSpPr>
        <dsp:cNvPr id="0" name=""/>
        <dsp:cNvSpPr/>
      </dsp:nvSpPr>
      <dsp:spPr>
        <a:xfrm>
          <a:off x="2960385" y="171518"/>
          <a:ext cx="2594495" cy="806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tr-TR" sz="2800" kern="1200" dirty="0"/>
            <a:t>Özel Hukuk</a:t>
          </a:r>
        </a:p>
      </dsp:txBody>
      <dsp:txXfrm>
        <a:off x="2960385" y="171518"/>
        <a:ext cx="2594495" cy="806400"/>
      </dsp:txXfrm>
    </dsp:sp>
    <dsp:sp modelId="{317F7233-A308-48BB-BB71-FA374085CC63}">
      <dsp:nvSpPr>
        <dsp:cNvPr id="0" name=""/>
        <dsp:cNvSpPr/>
      </dsp:nvSpPr>
      <dsp:spPr>
        <a:xfrm>
          <a:off x="2960385" y="977919"/>
          <a:ext cx="2594495" cy="4611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tr-TR" sz="2800" kern="1200" dirty="0"/>
            <a:t>Medeni Hukuku</a:t>
          </a:r>
        </a:p>
        <a:p>
          <a:pPr marL="285750" lvl="1" indent="-285750" algn="l" defTabSz="1244600">
            <a:lnSpc>
              <a:spcPct val="90000"/>
            </a:lnSpc>
            <a:spcBef>
              <a:spcPct val="0"/>
            </a:spcBef>
            <a:spcAft>
              <a:spcPct val="15000"/>
            </a:spcAft>
            <a:buChar char="•"/>
          </a:pPr>
          <a:r>
            <a:rPr lang="tr-TR" sz="2800" kern="1200" dirty="0"/>
            <a:t>Borçlar Hukuku</a:t>
          </a:r>
        </a:p>
        <a:p>
          <a:pPr marL="285750" lvl="1" indent="-285750" algn="l" defTabSz="1244600">
            <a:lnSpc>
              <a:spcPct val="90000"/>
            </a:lnSpc>
            <a:spcBef>
              <a:spcPct val="0"/>
            </a:spcBef>
            <a:spcAft>
              <a:spcPct val="15000"/>
            </a:spcAft>
            <a:buChar char="•"/>
          </a:pPr>
          <a:r>
            <a:rPr lang="tr-TR" sz="2800" kern="1200" dirty="0"/>
            <a:t>Ticaret Hukuku</a:t>
          </a:r>
        </a:p>
        <a:p>
          <a:pPr marL="285750" lvl="1" indent="-285750" algn="l" defTabSz="1244600">
            <a:lnSpc>
              <a:spcPct val="90000"/>
            </a:lnSpc>
            <a:spcBef>
              <a:spcPct val="0"/>
            </a:spcBef>
            <a:spcAft>
              <a:spcPct val="15000"/>
            </a:spcAft>
            <a:buChar char="•"/>
          </a:pPr>
          <a:r>
            <a:rPr lang="tr-TR" sz="2800" kern="1200" dirty="0"/>
            <a:t>Devletler Özel Hukuku</a:t>
          </a:r>
        </a:p>
      </dsp:txBody>
      <dsp:txXfrm>
        <a:off x="2960385" y="977919"/>
        <a:ext cx="2594495" cy="4611600"/>
      </dsp:txXfrm>
    </dsp:sp>
    <dsp:sp modelId="{C663F8A9-5D28-47F3-B368-36D9028FD30E}">
      <dsp:nvSpPr>
        <dsp:cNvPr id="0" name=""/>
        <dsp:cNvSpPr/>
      </dsp:nvSpPr>
      <dsp:spPr>
        <a:xfrm>
          <a:off x="5918110" y="171518"/>
          <a:ext cx="2594495" cy="806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tr-TR" sz="2800" kern="1200" dirty="0"/>
            <a:t>Karma Hukuk</a:t>
          </a:r>
        </a:p>
      </dsp:txBody>
      <dsp:txXfrm>
        <a:off x="5918110" y="171518"/>
        <a:ext cx="2594495" cy="806400"/>
      </dsp:txXfrm>
    </dsp:sp>
    <dsp:sp modelId="{D900D550-53D9-4126-A367-FCFC2CDA6310}">
      <dsp:nvSpPr>
        <dsp:cNvPr id="0" name=""/>
        <dsp:cNvSpPr/>
      </dsp:nvSpPr>
      <dsp:spPr>
        <a:xfrm>
          <a:off x="5918110" y="977919"/>
          <a:ext cx="2594495" cy="4611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tr-TR" sz="2800" kern="1200" dirty="0"/>
            <a:t>Fikir ve Sanat Eserleri Hukuku</a:t>
          </a:r>
        </a:p>
        <a:p>
          <a:pPr marL="285750" lvl="1" indent="-285750" algn="l" defTabSz="1244600">
            <a:lnSpc>
              <a:spcPct val="90000"/>
            </a:lnSpc>
            <a:spcBef>
              <a:spcPct val="0"/>
            </a:spcBef>
            <a:spcAft>
              <a:spcPct val="15000"/>
            </a:spcAft>
            <a:buChar char="•"/>
          </a:pPr>
          <a:r>
            <a:rPr lang="tr-TR" sz="2800" kern="1200" dirty="0"/>
            <a:t>İletişim Hukuku</a:t>
          </a:r>
        </a:p>
        <a:p>
          <a:pPr marL="285750" lvl="1" indent="-285750" algn="l" defTabSz="1244600">
            <a:lnSpc>
              <a:spcPct val="90000"/>
            </a:lnSpc>
            <a:spcBef>
              <a:spcPct val="0"/>
            </a:spcBef>
            <a:spcAft>
              <a:spcPct val="15000"/>
            </a:spcAft>
            <a:buChar char="•"/>
          </a:pPr>
          <a:r>
            <a:rPr lang="tr-TR" sz="2800" kern="1200" dirty="0"/>
            <a:t>İş Hukuku</a:t>
          </a:r>
        </a:p>
        <a:p>
          <a:pPr marL="285750" lvl="1" indent="-285750" algn="l" defTabSz="1244600">
            <a:lnSpc>
              <a:spcPct val="90000"/>
            </a:lnSpc>
            <a:spcBef>
              <a:spcPct val="0"/>
            </a:spcBef>
            <a:spcAft>
              <a:spcPct val="15000"/>
            </a:spcAft>
            <a:buChar char="•"/>
          </a:pPr>
          <a:r>
            <a:rPr lang="tr-TR" sz="2800" kern="1200" dirty="0"/>
            <a:t>Bankacılık Hukuku </a:t>
          </a:r>
        </a:p>
      </dsp:txBody>
      <dsp:txXfrm>
        <a:off x="5918110" y="977919"/>
        <a:ext cx="2594495" cy="4611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8F8A9-A19D-4FE5-822B-D202FF12EA7E}">
      <dsp:nvSpPr>
        <dsp:cNvPr id="0" name=""/>
        <dsp:cNvSpPr/>
      </dsp:nvSpPr>
      <dsp:spPr>
        <a:xfrm>
          <a:off x="2520" y="237066"/>
          <a:ext cx="2457273" cy="873518"/>
        </a:xfrm>
        <a:prstGeom prst="rect">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tr-TR" sz="2400" b="1" kern="1200" dirty="0">
              <a:solidFill>
                <a:srgbClr val="002060"/>
              </a:solidFill>
            </a:rPr>
            <a:t>Vergide Adalet</a:t>
          </a:r>
        </a:p>
      </dsp:txBody>
      <dsp:txXfrm>
        <a:off x="2520" y="237066"/>
        <a:ext cx="2457273" cy="873518"/>
      </dsp:txXfrm>
    </dsp:sp>
    <dsp:sp modelId="{55CCAE18-E095-401E-8A2E-63F65E76B9C3}">
      <dsp:nvSpPr>
        <dsp:cNvPr id="0" name=""/>
        <dsp:cNvSpPr/>
      </dsp:nvSpPr>
      <dsp:spPr>
        <a:xfrm>
          <a:off x="2520" y="1110585"/>
          <a:ext cx="2457273" cy="200934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tr-TR" sz="2400" kern="1200" dirty="0"/>
            <a:t>Herkesin gelirine göre vergi ödemekle yükümlü olması</a:t>
          </a:r>
        </a:p>
      </dsp:txBody>
      <dsp:txXfrm>
        <a:off x="2520" y="1110585"/>
        <a:ext cx="2457273" cy="2009340"/>
      </dsp:txXfrm>
    </dsp:sp>
    <dsp:sp modelId="{1C9D4F4C-2CF1-4ED9-9DB0-D6AD4C0F8923}">
      <dsp:nvSpPr>
        <dsp:cNvPr id="0" name=""/>
        <dsp:cNvSpPr/>
      </dsp:nvSpPr>
      <dsp:spPr>
        <a:xfrm>
          <a:off x="2803811" y="237066"/>
          <a:ext cx="2457273" cy="873518"/>
        </a:xfrm>
        <a:prstGeom prst="rect">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tr-TR" sz="2400" b="1" kern="1200" dirty="0">
              <a:solidFill>
                <a:srgbClr val="002060"/>
              </a:solidFill>
            </a:rPr>
            <a:t>Vergide Genellik</a:t>
          </a:r>
        </a:p>
      </dsp:txBody>
      <dsp:txXfrm>
        <a:off x="2803811" y="237066"/>
        <a:ext cx="2457273" cy="873518"/>
      </dsp:txXfrm>
    </dsp:sp>
    <dsp:sp modelId="{A1541E35-A5F2-443C-9D99-EA77CFFC6121}">
      <dsp:nvSpPr>
        <dsp:cNvPr id="0" name=""/>
        <dsp:cNvSpPr/>
      </dsp:nvSpPr>
      <dsp:spPr>
        <a:xfrm>
          <a:off x="2803811" y="1110585"/>
          <a:ext cx="2457273" cy="200934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tr-TR" sz="2400" kern="1200" dirty="0"/>
            <a:t>Din, ırk, sınıf, cinsiyet ayrımı yapılmaksızın herkesin vergi vermesi</a:t>
          </a:r>
        </a:p>
      </dsp:txBody>
      <dsp:txXfrm>
        <a:off x="2803811" y="1110585"/>
        <a:ext cx="2457273" cy="2009340"/>
      </dsp:txXfrm>
    </dsp:sp>
    <dsp:sp modelId="{12151128-F9B5-427C-AA3C-10B45F8CF9AF}">
      <dsp:nvSpPr>
        <dsp:cNvPr id="0" name=""/>
        <dsp:cNvSpPr/>
      </dsp:nvSpPr>
      <dsp:spPr>
        <a:xfrm>
          <a:off x="5605102" y="237066"/>
          <a:ext cx="2457273" cy="873518"/>
        </a:xfrm>
        <a:prstGeom prst="rect">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tr-TR" sz="2400" b="1" kern="1200" dirty="0">
              <a:solidFill>
                <a:srgbClr val="002060"/>
              </a:solidFill>
            </a:rPr>
            <a:t>Verginin Kanuniliği</a:t>
          </a:r>
        </a:p>
      </dsp:txBody>
      <dsp:txXfrm>
        <a:off x="5605102" y="237066"/>
        <a:ext cx="2457273" cy="873518"/>
      </dsp:txXfrm>
    </dsp:sp>
    <dsp:sp modelId="{8BE92961-861C-4BDC-9012-7C311B1AE6AB}">
      <dsp:nvSpPr>
        <dsp:cNvPr id="0" name=""/>
        <dsp:cNvSpPr/>
      </dsp:nvSpPr>
      <dsp:spPr>
        <a:xfrm>
          <a:off x="5605102" y="1110585"/>
          <a:ext cx="2457273" cy="2009340"/>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tr-TR" sz="2400" kern="1200" dirty="0"/>
            <a:t>Vergilerin kanunla konulması ve kaldırılması ve düzenlenmesi</a:t>
          </a:r>
        </a:p>
      </dsp:txBody>
      <dsp:txXfrm>
        <a:off x="5605102" y="1110585"/>
        <a:ext cx="2457273" cy="20093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CA3901-269B-4640-96DF-538AE73D7484}">
      <dsp:nvSpPr>
        <dsp:cNvPr id="0" name=""/>
        <dsp:cNvSpPr/>
      </dsp:nvSpPr>
      <dsp:spPr>
        <a:xfrm>
          <a:off x="4320381" y="1717822"/>
          <a:ext cx="3408489" cy="380432"/>
        </a:xfrm>
        <a:custGeom>
          <a:avLst/>
          <a:gdLst/>
          <a:ahLst/>
          <a:cxnLst/>
          <a:rect l="0" t="0" r="0" b="0"/>
          <a:pathLst>
            <a:path>
              <a:moveTo>
                <a:pt x="0" y="0"/>
              </a:moveTo>
              <a:lnTo>
                <a:pt x="0" y="190216"/>
              </a:lnTo>
              <a:lnTo>
                <a:pt x="3408489" y="190216"/>
              </a:lnTo>
              <a:lnTo>
                <a:pt x="3408489" y="3804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BCFC5D-E102-4BF7-8406-8BB30C73E5CE}">
      <dsp:nvSpPr>
        <dsp:cNvPr id="0" name=""/>
        <dsp:cNvSpPr/>
      </dsp:nvSpPr>
      <dsp:spPr>
        <a:xfrm>
          <a:off x="4320381" y="1717822"/>
          <a:ext cx="1216470" cy="380432"/>
        </a:xfrm>
        <a:custGeom>
          <a:avLst/>
          <a:gdLst/>
          <a:ahLst/>
          <a:cxnLst/>
          <a:rect l="0" t="0" r="0" b="0"/>
          <a:pathLst>
            <a:path>
              <a:moveTo>
                <a:pt x="0" y="0"/>
              </a:moveTo>
              <a:lnTo>
                <a:pt x="0" y="190216"/>
              </a:lnTo>
              <a:lnTo>
                <a:pt x="1216470" y="190216"/>
              </a:lnTo>
              <a:lnTo>
                <a:pt x="1216470" y="3804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E8C83A-1F17-43F5-9898-9361E33C24D0}">
      <dsp:nvSpPr>
        <dsp:cNvPr id="0" name=""/>
        <dsp:cNvSpPr/>
      </dsp:nvSpPr>
      <dsp:spPr>
        <a:xfrm>
          <a:off x="3224371" y="1717822"/>
          <a:ext cx="1096009" cy="380432"/>
        </a:xfrm>
        <a:custGeom>
          <a:avLst/>
          <a:gdLst/>
          <a:ahLst/>
          <a:cxnLst/>
          <a:rect l="0" t="0" r="0" b="0"/>
          <a:pathLst>
            <a:path>
              <a:moveTo>
                <a:pt x="1096009" y="0"/>
              </a:moveTo>
              <a:lnTo>
                <a:pt x="1096009" y="190216"/>
              </a:lnTo>
              <a:lnTo>
                <a:pt x="0" y="190216"/>
              </a:lnTo>
              <a:lnTo>
                <a:pt x="0" y="3804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9907DE-13C8-4E7D-B911-6F2CF35E5F37}">
      <dsp:nvSpPr>
        <dsp:cNvPr id="0" name=""/>
        <dsp:cNvSpPr/>
      </dsp:nvSpPr>
      <dsp:spPr>
        <a:xfrm>
          <a:off x="911891" y="1717822"/>
          <a:ext cx="3408489" cy="380432"/>
        </a:xfrm>
        <a:custGeom>
          <a:avLst/>
          <a:gdLst/>
          <a:ahLst/>
          <a:cxnLst/>
          <a:rect l="0" t="0" r="0" b="0"/>
          <a:pathLst>
            <a:path>
              <a:moveTo>
                <a:pt x="3408489" y="0"/>
              </a:moveTo>
              <a:lnTo>
                <a:pt x="3408489" y="190216"/>
              </a:lnTo>
              <a:lnTo>
                <a:pt x="0" y="190216"/>
              </a:lnTo>
              <a:lnTo>
                <a:pt x="0" y="3804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BC4746-57E8-4D94-B4F2-7D17730F0B4F}">
      <dsp:nvSpPr>
        <dsp:cNvPr id="0" name=""/>
        <dsp:cNvSpPr/>
      </dsp:nvSpPr>
      <dsp:spPr>
        <a:xfrm>
          <a:off x="3270594" y="812029"/>
          <a:ext cx="2099573" cy="9057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tr-TR" sz="3100" kern="1200" dirty="0">
              <a:solidFill>
                <a:schemeClr val="tx1"/>
              </a:solidFill>
            </a:rPr>
            <a:t>Özel Hukuk Dalları</a:t>
          </a:r>
        </a:p>
      </dsp:txBody>
      <dsp:txXfrm>
        <a:off x="3270594" y="812029"/>
        <a:ext cx="2099573" cy="905792"/>
      </dsp:txXfrm>
    </dsp:sp>
    <dsp:sp modelId="{514839A0-BBF4-4C2F-8636-98CC3113F71F}">
      <dsp:nvSpPr>
        <dsp:cNvPr id="0" name=""/>
        <dsp:cNvSpPr/>
      </dsp:nvSpPr>
      <dsp:spPr>
        <a:xfrm>
          <a:off x="6099" y="2098254"/>
          <a:ext cx="1811585" cy="9057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tr-TR" sz="3100" kern="1200" dirty="0">
              <a:solidFill>
                <a:schemeClr val="tx1"/>
              </a:solidFill>
            </a:rPr>
            <a:t>Medeni Hukuk</a:t>
          </a:r>
        </a:p>
      </dsp:txBody>
      <dsp:txXfrm>
        <a:off x="6099" y="2098254"/>
        <a:ext cx="1811585" cy="905792"/>
      </dsp:txXfrm>
    </dsp:sp>
    <dsp:sp modelId="{C5918D07-C941-4918-A5F8-576D5C1EBF11}">
      <dsp:nvSpPr>
        <dsp:cNvPr id="0" name=""/>
        <dsp:cNvSpPr/>
      </dsp:nvSpPr>
      <dsp:spPr>
        <a:xfrm>
          <a:off x="2198117" y="2098254"/>
          <a:ext cx="2052508" cy="9057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tr-TR" sz="3100" kern="1200" dirty="0">
              <a:solidFill>
                <a:schemeClr val="tx1"/>
              </a:solidFill>
            </a:rPr>
            <a:t>Devletler Özel Hukuku</a:t>
          </a:r>
        </a:p>
      </dsp:txBody>
      <dsp:txXfrm>
        <a:off x="2198117" y="2098254"/>
        <a:ext cx="2052508" cy="905792"/>
      </dsp:txXfrm>
    </dsp:sp>
    <dsp:sp modelId="{D44BAA53-B9A5-4968-8E20-F1D0088472D6}">
      <dsp:nvSpPr>
        <dsp:cNvPr id="0" name=""/>
        <dsp:cNvSpPr/>
      </dsp:nvSpPr>
      <dsp:spPr>
        <a:xfrm>
          <a:off x="4631058" y="2098254"/>
          <a:ext cx="1811585" cy="9057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tr-TR" sz="3100" kern="1200" dirty="0">
              <a:solidFill>
                <a:schemeClr val="tx1"/>
              </a:solidFill>
            </a:rPr>
            <a:t>Ticaret Hukuku</a:t>
          </a:r>
        </a:p>
      </dsp:txBody>
      <dsp:txXfrm>
        <a:off x="4631058" y="2098254"/>
        <a:ext cx="1811585" cy="905792"/>
      </dsp:txXfrm>
    </dsp:sp>
    <dsp:sp modelId="{2D317486-6BD8-4274-B026-857B1C37F727}">
      <dsp:nvSpPr>
        <dsp:cNvPr id="0" name=""/>
        <dsp:cNvSpPr/>
      </dsp:nvSpPr>
      <dsp:spPr>
        <a:xfrm>
          <a:off x="6823077" y="2098254"/>
          <a:ext cx="1811585" cy="9057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tr-TR" sz="3100" kern="1200" dirty="0">
              <a:solidFill>
                <a:schemeClr val="tx1"/>
              </a:solidFill>
            </a:rPr>
            <a:t>Borçlar Hukuku</a:t>
          </a:r>
        </a:p>
      </dsp:txBody>
      <dsp:txXfrm>
        <a:off x="6823077" y="2098254"/>
        <a:ext cx="1811585" cy="9057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7FB5-556F-46B2-BF52-B5DEADCFFFC5}">
      <dsp:nvSpPr>
        <dsp:cNvPr id="0" name=""/>
        <dsp:cNvSpPr/>
      </dsp:nvSpPr>
      <dsp:spPr>
        <a:xfrm>
          <a:off x="0" y="4691319"/>
          <a:ext cx="864076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50D383-DEDF-4F5B-B02C-8BCAED0D82F1}">
      <dsp:nvSpPr>
        <dsp:cNvPr id="0" name=""/>
        <dsp:cNvSpPr/>
      </dsp:nvSpPr>
      <dsp:spPr>
        <a:xfrm>
          <a:off x="0" y="3281898"/>
          <a:ext cx="864076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DCD637-9EA8-490D-9AFF-79011C495DD6}">
      <dsp:nvSpPr>
        <dsp:cNvPr id="0" name=""/>
        <dsp:cNvSpPr/>
      </dsp:nvSpPr>
      <dsp:spPr>
        <a:xfrm>
          <a:off x="0" y="1872477"/>
          <a:ext cx="864076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401E90-6E9A-4B82-A9E4-0A767DE365C4}">
      <dsp:nvSpPr>
        <dsp:cNvPr id="0" name=""/>
        <dsp:cNvSpPr/>
      </dsp:nvSpPr>
      <dsp:spPr>
        <a:xfrm>
          <a:off x="0" y="463057"/>
          <a:ext cx="8640762"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0BAE1C-D5AA-4DBE-8E1C-50AC25A03DDB}">
      <dsp:nvSpPr>
        <dsp:cNvPr id="0" name=""/>
        <dsp:cNvSpPr/>
      </dsp:nvSpPr>
      <dsp:spPr>
        <a:xfrm>
          <a:off x="2246598" y="997"/>
          <a:ext cx="6394163" cy="4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endParaRPr lang="tr-TR" sz="2400" kern="1200" dirty="0"/>
        </a:p>
      </dsp:txBody>
      <dsp:txXfrm>
        <a:off x="2246598" y="997"/>
        <a:ext cx="6394163" cy="462059"/>
      </dsp:txXfrm>
    </dsp:sp>
    <dsp:sp modelId="{EA924ED7-CA70-4436-B744-AF95205EECEC}">
      <dsp:nvSpPr>
        <dsp:cNvPr id="0" name=""/>
        <dsp:cNvSpPr/>
      </dsp:nvSpPr>
      <dsp:spPr>
        <a:xfrm>
          <a:off x="0" y="997"/>
          <a:ext cx="2246598" cy="46205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tr-TR" sz="2400" kern="1200" dirty="0"/>
            <a:t>Kişiler Hukuku</a:t>
          </a:r>
        </a:p>
      </dsp:txBody>
      <dsp:txXfrm>
        <a:off x="22560" y="23557"/>
        <a:ext cx="2201478" cy="439499"/>
      </dsp:txXfrm>
    </dsp:sp>
    <dsp:sp modelId="{ACCACC9F-CB36-495F-B196-05F88AE079EF}">
      <dsp:nvSpPr>
        <dsp:cNvPr id="0" name=""/>
        <dsp:cNvSpPr/>
      </dsp:nvSpPr>
      <dsp:spPr>
        <a:xfrm>
          <a:off x="0" y="463057"/>
          <a:ext cx="8640762" cy="924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71450" lvl="1" indent="-171450" algn="l" defTabSz="844550">
            <a:lnSpc>
              <a:spcPct val="90000"/>
            </a:lnSpc>
            <a:spcBef>
              <a:spcPct val="0"/>
            </a:spcBef>
            <a:spcAft>
              <a:spcPct val="15000"/>
            </a:spcAft>
            <a:buChar char="•"/>
          </a:pPr>
          <a:r>
            <a:rPr lang="tr-TR" sz="1900" kern="1200" dirty="0"/>
            <a:t>Kişilik türleri; kişilerin ehliyetleri, kişisel durumları, akrabalık ilişkileri, yerleşim yerleri ile olan ilgilerini, kişiliğin başlangıcını, sona ermesini ve korunmasını inceler. </a:t>
          </a:r>
        </a:p>
      </dsp:txBody>
      <dsp:txXfrm>
        <a:off x="0" y="463057"/>
        <a:ext cx="8640762" cy="924258"/>
      </dsp:txXfrm>
    </dsp:sp>
    <dsp:sp modelId="{E314F29D-244A-4454-929C-4D584A68CBFA}">
      <dsp:nvSpPr>
        <dsp:cNvPr id="0" name=""/>
        <dsp:cNvSpPr/>
      </dsp:nvSpPr>
      <dsp:spPr>
        <a:xfrm>
          <a:off x="2246598" y="1410418"/>
          <a:ext cx="6394163" cy="4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endParaRPr lang="tr-TR" sz="2400" kern="1200" dirty="0"/>
        </a:p>
      </dsp:txBody>
      <dsp:txXfrm>
        <a:off x="2246598" y="1410418"/>
        <a:ext cx="6394163" cy="462059"/>
      </dsp:txXfrm>
    </dsp:sp>
    <dsp:sp modelId="{CAA8E8CE-13DC-431F-AFDC-CA4733A556FC}">
      <dsp:nvSpPr>
        <dsp:cNvPr id="0" name=""/>
        <dsp:cNvSpPr/>
      </dsp:nvSpPr>
      <dsp:spPr>
        <a:xfrm>
          <a:off x="0" y="1410418"/>
          <a:ext cx="2246598" cy="46205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tr-TR" sz="2400" kern="1200" dirty="0"/>
            <a:t>Aile Hukuku</a:t>
          </a:r>
        </a:p>
      </dsp:txBody>
      <dsp:txXfrm>
        <a:off x="22560" y="1432978"/>
        <a:ext cx="2201478" cy="439499"/>
      </dsp:txXfrm>
    </dsp:sp>
    <dsp:sp modelId="{4DD7760A-3EC3-4352-91EB-F29A3E0A62A2}">
      <dsp:nvSpPr>
        <dsp:cNvPr id="0" name=""/>
        <dsp:cNvSpPr/>
      </dsp:nvSpPr>
      <dsp:spPr>
        <a:xfrm>
          <a:off x="0" y="1872477"/>
          <a:ext cx="8640762" cy="924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71450" lvl="1" indent="-171450" algn="l" defTabSz="844550">
            <a:lnSpc>
              <a:spcPct val="90000"/>
            </a:lnSpc>
            <a:spcBef>
              <a:spcPct val="0"/>
            </a:spcBef>
            <a:spcAft>
              <a:spcPct val="15000"/>
            </a:spcAft>
            <a:buChar char="•"/>
          </a:pPr>
          <a:r>
            <a:rPr lang="tr-TR" sz="1900" kern="1200" dirty="0"/>
            <a:t>Nişanlanma, evlilik, boşanma, eşlerin birbirine karşı olan sorumluluklarını, velayet haklarını, soy bağ ilişkilerini ve veraset ilişkilerini düzenler. </a:t>
          </a:r>
        </a:p>
      </dsp:txBody>
      <dsp:txXfrm>
        <a:off x="0" y="1872477"/>
        <a:ext cx="8640762" cy="924258"/>
      </dsp:txXfrm>
    </dsp:sp>
    <dsp:sp modelId="{3A930BFD-9F82-481E-9FC4-28DB4A0390BF}">
      <dsp:nvSpPr>
        <dsp:cNvPr id="0" name=""/>
        <dsp:cNvSpPr/>
      </dsp:nvSpPr>
      <dsp:spPr>
        <a:xfrm>
          <a:off x="2246598" y="2819838"/>
          <a:ext cx="6394163" cy="4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endParaRPr lang="tr-TR" sz="2400" kern="1200" dirty="0"/>
        </a:p>
      </dsp:txBody>
      <dsp:txXfrm>
        <a:off x="2246598" y="2819838"/>
        <a:ext cx="6394163" cy="462059"/>
      </dsp:txXfrm>
    </dsp:sp>
    <dsp:sp modelId="{ECA2B855-971D-47A7-A5FE-6575CFB5E3CD}">
      <dsp:nvSpPr>
        <dsp:cNvPr id="0" name=""/>
        <dsp:cNvSpPr/>
      </dsp:nvSpPr>
      <dsp:spPr>
        <a:xfrm>
          <a:off x="0" y="2819838"/>
          <a:ext cx="2246598" cy="46205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tr-TR" sz="2400" kern="1200" dirty="0"/>
            <a:t>Miras Hukuku</a:t>
          </a:r>
        </a:p>
      </dsp:txBody>
      <dsp:txXfrm>
        <a:off x="22560" y="2842398"/>
        <a:ext cx="2201478" cy="439499"/>
      </dsp:txXfrm>
    </dsp:sp>
    <dsp:sp modelId="{85CCA9CE-EC45-4FE0-9B99-487E120894FE}">
      <dsp:nvSpPr>
        <dsp:cNvPr id="0" name=""/>
        <dsp:cNvSpPr/>
      </dsp:nvSpPr>
      <dsp:spPr>
        <a:xfrm>
          <a:off x="0" y="3281898"/>
          <a:ext cx="8640762" cy="924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71450" lvl="1" indent="-171450" algn="l" defTabSz="844550">
            <a:lnSpc>
              <a:spcPct val="90000"/>
            </a:lnSpc>
            <a:spcBef>
              <a:spcPct val="0"/>
            </a:spcBef>
            <a:spcAft>
              <a:spcPct val="15000"/>
            </a:spcAft>
            <a:buChar char="•"/>
          </a:pPr>
          <a:r>
            <a:rPr lang="tr-TR" sz="1900" kern="1200" dirty="0"/>
            <a:t>Vasiyet, miras hükümleri, mirasın nasıl dağıtılacağını düzenler. </a:t>
          </a:r>
        </a:p>
      </dsp:txBody>
      <dsp:txXfrm>
        <a:off x="0" y="3281898"/>
        <a:ext cx="8640762" cy="924258"/>
      </dsp:txXfrm>
    </dsp:sp>
    <dsp:sp modelId="{CEDECE98-2F20-4137-AAA1-112AF66E68D6}">
      <dsp:nvSpPr>
        <dsp:cNvPr id="0" name=""/>
        <dsp:cNvSpPr/>
      </dsp:nvSpPr>
      <dsp:spPr>
        <a:xfrm>
          <a:off x="2246598" y="4229259"/>
          <a:ext cx="6394163" cy="4620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endParaRPr lang="tr-TR" sz="2400" kern="1200" dirty="0"/>
        </a:p>
      </dsp:txBody>
      <dsp:txXfrm>
        <a:off x="2246598" y="4229259"/>
        <a:ext cx="6394163" cy="462059"/>
      </dsp:txXfrm>
    </dsp:sp>
    <dsp:sp modelId="{FDFE6F97-1994-48A0-A0D6-A0051AD69A6D}">
      <dsp:nvSpPr>
        <dsp:cNvPr id="0" name=""/>
        <dsp:cNvSpPr/>
      </dsp:nvSpPr>
      <dsp:spPr>
        <a:xfrm>
          <a:off x="0" y="4229259"/>
          <a:ext cx="2246598" cy="462059"/>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066800">
            <a:lnSpc>
              <a:spcPct val="90000"/>
            </a:lnSpc>
            <a:spcBef>
              <a:spcPct val="0"/>
            </a:spcBef>
            <a:spcAft>
              <a:spcPct val="35000"/>
            </a:spcAft>
            <a:buNone/>
          </a:pPr>
          <a:r>
            <a:rPr lang="tr-TR" sz="2400" kern="1200" dirty="0"/>
            <a:t>Eşya Hukuku</a:t>
          </a:r>
        </a:p>
      </dsp:txBody>
      <dsp:txXfrm>
        <a:off x="22560" y="4251819"/>
        <a:ext cx="2201478" cy="439499"/>
      </dsp:txXfrm>
    </dsp:sp>
    <dsp:sp modelId="{876B13EC-921C-43F9-A5FE-73E4FA5C970E}">
      <dsp:nvSpPr>
        <dsp:cNvPr id="0" name=""/>
        <dsp:cNvSpPr/>
      </dsp:nvSpPr>
      <dsp:spPr>
        <a:xfrm>
          <a:off x="0" y="4691319"/>
          <a:ext cx="8640762" cy="924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71450" lvl="1" indent="-171450" algn="l" defTabSz="844550">
            <a:lnSpc>
              <a:spcPct val="90000"/>
            </a:lnSpc>
            <a:spcBef>
              <a:spcPct val="0"/>
            </a:spcBef>
            <a:spcAft>
              <a:spcPct val="15000"/>
            </a:spcAft>
            <a:buChar char="•"/>
          </a:pPr>
          <a:r>
            <a:rPr lang="tr-TR" sz="1900" kern="1200" dirty="0"/>
            <a:t>Kişilerin eşyalar üzerindeki hak ve tasarruflarını düzenler. </a:t>
          </a:r>
        </a:p>
      </dsp:txBody>
      <dsp:txXfrm>
        <a:off x="0" y="4691319"/>
        <a:ext cx="8640762" cy="9242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4D8D4B-3302-4E89-9C66-8E4610E069AC}">
      <dsp:nvSpPr>
        <dsp:cNvPr id="0" name=""/>
        <dsp:cNvSpPr/>
      </dsp:nvSpPr>
      <dsp:spPr>
        <a:xfrm>
          <a:off x="0" y="4269012"/>
          <a:ext cx="8642350"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C6F1F8-98DE-48A4-8FF4-8DC737953830}">
      <dsp:nvSpPr>
        <dsp:cNvPr id="0" name=""/>
        <dsp:cNvSpPr/>
      </dsp:nvSpPr>
      <dsp:spPr>
        <a:xfrm>
          <a:off x="0" y="2435403"/>
          <a:ext cx="8642350"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37C3A8-0B2C-4086-9A97-E437B3B93BF7}">
      <dsp:nvSpPr>
        <dsp:cNvPr id="0" name=""/>
        <dsp:cNvSpPr/>
      </dsp:nvSpPr>
      <dsp:spPr>
        <a:xfrm>
          <a:off x="0" y="601795"/>
          <a:ext cx="8642350"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B108DC-1329-4103-BA5B-021022554591}">
      <dsp:nvSpPr>
        <dsp:cNvPr id="0" name=""/>
        <dsp:cNvSpPr/>
      </dsp:nvSpPr>
      <dsp:spPr>
        <a:xfrm>
          <a:off x="2247010" y="670"/>
          <a:ext cx="6395339" cy="60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b" anchorCtr="0">
          <a:noAutofit/>
        </a:bodyPr>
        <a:lstStyle/>
        <a:p>
          <a:pPr marL="0" lvl="0" indent="0" algn="l" defTabSz="1422400">
            <a:lnSpc>
              <a:spcPct val="90000"/>
            </a:lnSpc>
            <a:spcBef>
              <a:spcPct val="0"/>
            </a:spcBef>
            <a:spcAft>
              <a:spcPct val="35000"/>
            </a:spcAft>
            <a:buNone/>
          </a:pPr>
          <a:endParaRPr lang="tr-TR" sz="3200" kern="1200" dirty="0"/>
        </a:p>
      </dsp:txBody>
      <dsp:txXfrm>
        <a:off x="2247010" y="670"/>
        <a:ext cx="6395339" cy="601124"/>
      </dsp:txXfrm>
    </dsp:sp>
    <dsp:sp modelId="{8C307DB6-A524-4A19-BDDF-CD009926CB36}">
      <dsp:nvSpPr>
        <dsp:cNvPr id="0" name=""/>
        <dsp:cNvSpPr/>
      </dsp:nvSpPr>
      <dsp:spPr>
        <a:xfrm>
          <a:off x="0" y="670"/>
          <a:ext cx="2247011" cy="601124"/>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tr-TR" sz="3200" kern="1200" dirty="0"/>
            <a:t>Dürüstlük</a:t>
          </a:r>
        </a:p>
      </dsp:txBody>
      <dsp:txXfrm>
        <a:off x="29350" y="30020"/>
        <a:ext cx="2188311" cy="571774"/>
      </dsp:txXfrm>
    </dsp:sp>
    <dsp:sp modelId="{9CE35844-FD5A-467E-957F-AEC6162E3D76}">
      <dsp:nvSpPr>
        <dsp:cNvPr id="0" name=""/>
        <dsp:cNvSpPr/>
      </dsp:nvSpPr>
      <dsp:spPr>
        <a:xfrm>
          <a:off x="0" y="601795"/>
          <a:ext cx="8642350" cy="120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228600" lvl="1" indent="-228600" algn="l" defTabSz="1111250">
            <a:lnSpc>
              <a:spcPct val="90000"/>
            </a:lnSpc>
            <a:spcBef>
              <a:spcPct val="0"/>
            </a:spcBef>
            <a:spcAft>
              <a:spcPct val="15000"/>
            </a:spcAft>
            <a:buChar char="•"/>
          </a:pPr>
          <a:r>
            <a:rPr lang="tr-TR" sz="2500" kern="1200" dirty="0"/>
            <a:t>Herkes haklarını kullanırken ve borçlarını yerine getirirken dürüstlük kurallarına uymak zorundadır. </a:t>
          </a:r>
        </a:p>
      </dsp:txBody>
      <dsp:txXfrm>
        <a:off x="0" y="601795"/>
        <a:ext cx="8642350" cy="1202428"/>
      </dsp:txXfrm>
    </dsp:sp>
    <dsp:sp modelId="{9BC466B9-4FEA-4737-9194-DBE24B9BDEFB}">
      <dsp:nvSpPr>
        <dsp:cNvPr id="0" name=""/>
        <dsp:cNvSpPr/>
      </dsp:nvSpPr>
      <dsp:spPr>
        <a:xfrm>
          <a:off x="2247010" y="1834279"/>
          <a:ext cx="6395339" cy="60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b" anchorCtr="0">
          <a:noAutofit/>
        </a:bodyPr>
        <a:lstStyle/>
        <a:p>
          <a:pPr marL="0" lvl="0" indent="0" algn="l" defTabSz="1422400">
            <a:lnSpc>
              <a:spcPct val="90000"/>
            </a:lnSpc>
            <a:spcBef>
              <a:spcPct val="0"/>
            </a:spcBef>
            <a:spcAft>
              <a:spcPct val="35000"/>
            </a:spcAft>
            <a:buNone/>
          </a:pPr>
          <a:endParaRPr lang="tr-TR" sz="3200" kern="1200" dirty="0"/>
        </a:p>
      </dsp:txBody>
      <dsp:txXfrm>
        <a:off x="2247010" y="1834279"/>
        <a:ext cx="6395339" cy="601124"/>
      </dsp:txXfrm>
    </dsp:sp>
    <dsp:sp modelId="{C49B4833-BFF9-401D-A412-3C2913C9A3BB}">
      <dsp:nvSpPr>
        <dsp:cNvPr id="0" name=""/>
        <dsp:cNvSpPr/>
      </dsp:nvSpPr>
      <dsp:spPr>
        <a:xfrm>
          <a:off x="0" y="1834279"/>
          <a:ext cx="2247011" cy="601124"/>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tr-TR" sz="3200" kern="1200" dirty="0"/>
            <a:t>İyi niyet</a:t>
          </a:r>
        </a:p>
      </dsp:txBody>
      <dsp:txXfrm>
        <a:off x="29350" y="1863629"/>
        <a:ext cx="2188311" cy="571774"/>
      </dsp:txXfrm>
    </dsp:sp>
    <dsp:sp modelId="{19983092-2851-499F-9389-08077D21D94F}">
      <dsp:nvSpPr>
        <dsp:cNvPr id="0" name=""/>
        <dsp:cNvSpPr/>
      </dsp:nvSpPr>
      <dsp:spPr>
        <a:xfrm>
          <a:off x="0" y="2435403"/>
          <a:ext cx="8642350" cy="120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228600" lvl="1" indent="-228600" algn="l" defTabSz="1111250">
            <a:lnSpc>
              <a:spcPct val="90000"/>
            </a:lnSpc>
            <a:spcBef>
              <a:spcPct val="0"/>
            </a:spcBef>
            <a:spcAft>
              <a:spcPct val="15000"/>
            </a:spcAft>
            <a:buChar char="•"/>
          </a:pPr>
          <a:r>
            <a:rPr lang="tr-TR" sz="2500" kern="1200" dirty="0"/>
            <a:t>Kanunun iyi niyete hukuki sonuç bağladığı durumda iyi niyet var sayılır. </a:t>
          </a:r>
        </a:p>
      </dsp:txBody>
      <dsp:txXfrm>
        <a:off x="0" y="2435403"/>
        <a:ext cx="8642350" cy="1202428"/>
      </dsp:txXfrm>
    </dsp:sp>
    <dsp:sp modelId="{4D0F08F0-037A-4486-A6C2-79A5B25C0588}">
      <dsp:nvSpPr>
        <dsp:cNvPr id="0" name=""/>
        <dsp:cNvSpPr/>
      </dsp:nvSpPr>
      <dsp:spPr>
        <a:xfrm>
          <a:off x="2247010" y="3667888"/>
          <a:ext cx="6395339" cy="601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b" anchorCtr="0">
          <a:noAutofit/>
        </a:bodyPr>
        <a:lstStyle/>
        <a:p>
          <a:pPr marL="0" lvl="0" indent="0" algn="l" defTabSz="1422400">
            <a:lnSpc>
              <a:spcPct val="90000"/>
            </a:lnSpc>
            <a:spcBef>
              <a:spcPct val="0"/>
            </a:spcBef>
            <a:spcAft>
              <a:spcPct val="35000"/>
            </a:spcAft>
            <a:buNone/>
          </a:pPr>
          <a:endParaRPr lang="tr-TR" sz="3200" kern="1200" dirty="0"/>
        </a:p>
      </dsp:txBody>
      <dsp:txXfrm>
        <a:off x="2247010" y="3667888"/>
        <a:ext cx="6395339" cy="601124"/>
      </dsp:txXfrm>
    </dsp:sp>
    <dsp:sp modelId="{FF5D9D38-F655-4DFE-92AB-FAD2F69D2CC1}">
      <dsp:nvSpPr>
        <dsp:cNvPr id="0" name=""/>
        <dsp:cNvSpPr/>
      </dsp:nvSpPr>
      <dsp:spPr>
        <a:xfrm>
          <a:off x="0" y="3667888"/>
          <a:ext cx="2247011" cy="601124"/>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422400">
            <a:lnSpc>
              <a:spcPct val="90000"/>
            </a:lnSpc>
            <a:spcBef>
              <a:spcPct val="0"/>
            </a:spcBef>
            <a:spcAft>
              <a:spcPct val="35000"/>
            </a:spcAft>
            <a:buNone/>
          </a:pPr>
          <a:r>
            <a:rPr lang="tr-TR" sz="3200" kern="1200" dirty="0"/>
            <a:t>İspat Yükü</a:t>
          </a:r>
        </a:p>
      </dsp:txBody>
      <dsp:txXfrm>
        <a:off x="29350" y="3697238"/>
        <a:ext cx="2188311" cy="571774"/>
      </dsp:txXfrm>
    </dsp:sp>
    <dsp:sp modelId="{4C5E2987-D2DD-4AB7-8E1E-7852E213A4D3}">
      <dsp:nvSpPr>
        <dsp:cNvPr id="0" name=""/>
        <dsp:cNvSpPr/>
      </dsp:nvSpPr>
      <dsp:spPr>
        <a:xfrm>
          <a:off x="0" y="4269012"/>
          <a:ext cx="8642350" cy="120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228600" lvl="1" indent="-228600" algn="l" defTabSz="1111250">
            <a:lnSpc>
              <a:spcPct val="90000"/>
            </a:lnSpc>
            <a:spcBef>
              <a:spcPct val="0"/>
            </a:spcBef>
            <a:spcAft>
              <a:spcPct val="15000"/>
            </a:spcAft>
            <a:buChar char="•"/>
          </a:pPr>
          <a:r>
            <a:rPr lang="tr-TR" sz="2500" kern="1200" dirty="0"/>
            <a:t>Kanunda aksine bir hüküm olmadıkça herkes iddiasını ispatla yükümlüdür. </a:t>
          </a:r>
        </a:p>
      </dsp:txBody>
      <dsp:txXfrm>
        <a:off x="0" y="4269012"/>
        <a:ext cx="8642350" cy="12024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95458-4A59-4143-8023-27F60642409D}">
      <dsp:nvSpPr>
        <dsp:cNvPr id="0" name=""/>
        <dsp:cNvSpPr/>
      </dsp:nvSpPr>
      <dsp:spPr>
        <a:xfrm>
          <a:off x="47111" y="2294124"/>
          <a:ext cx="8064896"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A11C48-AE23-4D91-9EEF-4F586EE5B91F}">
      <dsp:nvSpPr>
        <dsp:cNvPr id="0" name=""/>
        <dsp:cNvSpPr/>
      </dsp:nvSpPr>
      <dsp:spPr>
        <a:xfrm>
          <a:off x="0" y="741743"/>
          <a:ext cx="8064896"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B45C59-7B12-46DD-B289-A3E9A5A26B05}">
      <dsp:nvSpPr>
        <dsp:cNvPr id="0" name=""/>
        <dsp:cNvSpPr/>
      </dsp:nvSpPr>
      <dsp:spPr>
        <a:xfrm>
          <a:off x="2096872" y="1865"/>
          <a:ext cx="5968023" cy="739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marL="0" lvl="0" indent="0" algn="l" defTabSz="1333500">
            <a:lnSpc>
              <a:spcPct val="90000"/>
            </a:lnSpc>
            <a:spcBef>
              <a:spcPct val="0"/>
            </a:spcBef>
            <a:spcAft>
              <a:spcPct val="35000"/>
            </a:spcAft>
            <a:buNone/>
          </a:pPr>
          <a:endParaRPr lang="tr-TR" sz="3000" kern="1200" dirty="0"/>
        </a:p>
      </dsp:txBody>
      <dsp:txXfrm>
        <a:off x="2096872" y="1865"/>
        <a:ext cx="5968023" cy="739878"/>
      </dsp:txXfrm>
    </dsp:sp>
    <dsp:sp modelId="{4CD40805-956B-4A0D-BD61-C5CAECB37FE7}">
      <dsp:nvSpPr>
        <dsp:cNvPr id="0" name=""/>
        <dsp:cNvSpPr/>
      </dsp:nvSpPr>
      <dsp:spPr>
        <a:xfrm>
          <a:off x="0" y="1865"/>
          <a:ext cx="2096872" cy="739878"/>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tr-TR" sz="3000" kern="1200" dirty="0"/>
            <a:t>Özel Haklar</a:t>
          </a:r>
        </a:p>
      </dsp:txBody>
      <dsp:txXfrm>
        <a:off x="36124" y="37989"/>
        <a:ext cx="2024624" cy="703754"/>
      </dsp:txXfrm>
    </dsp:sp>
    <dsp:sp modelId="{9EDF1800-90C4-4251-847C-43F103712855}">
      <dsp:nvSpPr>
        <dsp:cNvPr id="0" name=""/>
        <dsp:cNvSpPr/>
      </dsp:nvSpPr>
      <dsp:spPr>
        <a:xfrm>
          <a:off x="0" y="741743"/>
          <a:ext cx="8064896" cy="775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228600" lvl="1" indent="-228600" algn="l" defTabSz="1022350">
            <a:lnSpc>
              <a:spcPct val="90000"/>
            </a:lnSpc>
            <a:spcBef>
              <a:spcPct val="0"/>
            </a:spcBef>
            <a:spcAft>
              <a:spcPct val="15000"/>
            </a:spcAft>
            <a:buChar char="•"/>
          </a:pPr>
          <a:r>
            <a:rPr lang="tr-TR" sz="2300" kern="1200" dirty="0"/>
            <a:t>Kişilerle kişiler arasındaki ilişkiyi düzenleyen, özel hukuktan doğan haklardır. Eşitlik ilkesi geçerlidir.</a:t>
          </a:r>
        </a:p>
      </dsp:txBody>
      <dsp:txXfrm>
        <a:off x="0" y="741743"/>
        <a:ext cx="8064896" cy="775508"/>
      </dsp:txXfrm>
    </dsp:sp>
    <dsp:sp modelId="{A3071421-19D5-424C-834D-1D2AD8710529}">
      <dsp:nvSpPr>
        <dsp:cNvPr id="0" name=""/>
        <dsp:cNvSpPr/>
      </dsp:nvSpPr>
      <dsp:spPr>
        <a:xfrm>
          <a:off x="2238219" y="1554246"/>
          <a:ext cx="5779552" cy="7398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b" anchorCtr="0">
          <a:noAutofit/>
        </a:bodyPr>
        <a:lstStyle/>
        <a:p>
          <a:pPr marL="0" lvl="0" indent="0" algn="l" defTabSz="1333500">
            <a:lnSpc>
              <a:spcPct val="90000"/>
            </a:lnSpc>
            <a:spcBef>
              <a:spcPct val="0"/>
            </a:spcBef>
            <a:spcAft>
              <a:spcPct val="35000"/>
            </a:spcAft>
            <a:buNone/>
          </a:pPr>
          <a:endParaRPr lang="tr-TR" sz="3000" kern="1200" dirty="0"/>
        </a:p>
      </dsp:txBody>
      <dsp:txXfrm>
        <a:off x="2238219" y="1554246"/>
        <a:ext cx="5779552" cy="739878"/>
      </dsp:txXfrm>
    </dsp:sp>
    <dsp:sp modelId="{769E1DE7-7910-4CF9-9B58-288636526B2E}">
      <dsp:nvSpPr>
        <dsp:cNvPr id="0" name=""/>
        <dsp:cNvSpPr/>
      </dsp:nvSpPr>
      <dsp:spPr>
        <a:xfrm>
          <a:off x="-47111" y="1554246"/>
          <a:ext cx="2285318" cy="739878"/>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1333500">
            <a:lnSpc>
              <a:spcPct val="90000"/>
            </a:lnSpc>
            <a:spcBef>
              <a:spcPct val="0"/>
            </a:spcBef>
            <a:spcAft>
              <a:spcPct val="35000"/>
            </a:spcAft>
            <a:buNone/>
          </a:pPr>
          <a:r>
            <a:rPr lang="tr-TR" sz="3000" kern="1200" dirty="0"/>
            <a:t>Kamu Hakları</a:t>
          </a:r>
        </a:p>
      </dsp:txBody>
      <dsp:txXfrm>
        <a:off x="-10987" y="1590370"/>
        <a:ext cx="2213070" cy="703754"/>
      </dsp:txXfrm>
    </dsp:sp>
    <dsp:sp modelId="{6DC3D031-E1CE-457F-A5D6-0136A9CD7AE7}">
      <dsp:nvSpPr>
        <dsp:cNvPr id="0" name=""/>
        <dsp:cNvSpPr/>
      </dsp:nvSpPr>
      <dsp:spPr>
        <a:xfrm>
          <a:off x="0" y="2294124"/>
          <a:ext cx="8064896" cy="14799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228600" lvl="1" indent="-228600" algn="l" defTabSz="1022350">
            <a:lnSpc>
              <a:spcPct val="90000"/>
            </a:lnSpc>
            <a:spcBef>
              <a:spcPct val="0"/>
            </a:spcBef>
            <a:spcAft>
              <a:spcPct val="15000"/>
            </a:spcAft>
            <a:buChar char="•"/>
          </a:pPr>
          <a:r>
            <a:rPr lang="tr-TR" sz="2300" kern="1200" dirty="0"/>
            <a:t>Kişilerle devlet arasındaki ilişkileri düzenleyen kamu hukukundan doğan haklara denir. </a:t>
          </a:r>
        </a:p>
        <a:p>
          <a:pPr marL="228600" lvl="1" indent="-228600" algn="l" defTabSz="1022350">
            <a:lnSpc>
              <a:spcPct val="90000"/>
            </a:lnSpc>
            <a:spcBef>
              <a:spcPct val="0"/>
            </a:spcBef>
            <a:spcAft>
              <a:spcPct val="15000"/>
            </a:spcAft>
            <a:buChar char="•"/>
          </a:pPr>
          <a:r>
            <a:rPr lang="tr-TR" sz="2300" kern="1200" dirty="0"/>
            <a:t>Kişinin hakları, sosyal ve ekonomik haklar ve siyasi haklar olmak üzere üçe ayrılır. </a:t>
          </a:r>
        </a:p>
      </dsp:txBody>
      <dsp:txXfrm>
        <a:off x="0" y="2294124"/>
        <a:ext cx="8064896" cy="147997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D5363C-F09E-41EA-807C-835DAA685D06}">
      <dsp:nvSpPr>
        <dsp:cNvPr id="0" name=""/>
        <dsp:cNvSpPr/>
      </dsp:nvSpPr>
      <dsp:spPr>
        <a:xfrm>
          <a:off x="0" y="456587"/>
          <a:ext cx="8640762" cy="249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70619" tIns="499872" rIns="670619" bIns="170688" numCol="1" spcCol="1270" anchor="t" anchorCtr="0">
          <a:noAutofit/>
        </a:bodyPr>
        <a:lstStyle/>
        <a:p>
          <a:pPr marL="228600" lvl="1" indent="-228600" algn="l" defTabSz="1066800">
            <a:lnSpc>
              <a:spcPct val="90000"/>
            </a:lnSpc>
            <a:spcBef>
              <a:spcPct val="0"/>
            </a:spcBef>
            <a:spcAft>
              <a:spcPct val="15000"/>
            </a:spcAft>
            <a:buChar char="•"/>
          </a:pPr>
          <a:r>
            <a:rPr lang="tr-TR" sz="2400" b="1" kern="1200" dirty="0"/>
            <a:t>Haklara ve borçlara sahip olabilme yani medeni haklardan yararlanabilme gücüdür</a:t>
          </a:r>
          <a:r>
            <a:rPr lang="tr-TR" sz="2400" kern="1200" dirty="0"/>
            <a:t>.</a:t>
          </a:r>
        </a:p>
        <a:p>
          <a:pPr marL="228600" lvl="1" indent="-228600" algn="l" defTabSz="1066800">
            <a:lnSpc>
              <a:spcPct val="90000"/>
            </a:lnSpc>
            <a:spcBef>
              <a:spcPct val="0"/>
            </a:spcBef>
            <a:spcAft>
              <a:spcPct val="15000"/>
            </a:spcAft>
            <a:buChar char="•"/>
          </a:pPr>
          <a:r>
            <a:rPr lang="tr-TR" sz="2400" kern="1200" dirty="0"/>
            <a:t>Sağ ve tam doğmak koşuluyla ana rahmine düşüldüğü anda kazanılmış olur. </a:t>
          </a:r>
        </a:p>
        <a:p>
          <a:pPr marL="228600" lvl="1" indent="-228600" algn="l" defTabSz="1066800">
            <a:lnSpc>
              <a:spcPct val="90000"/>
            </a:lnSpc>
            <a:spcBef>
              <a:spcPct val="0"/>
            </a:spcBef>
            <a:spcAft>
              <a:spcPct val="15000"/>
            </a:spcAft>
            <a:buChar char="•"/>
          </a:pPr>
          <a:endParaRPr lang="tr-TR" sz="2400" kern="1200" dirty="0"/>
        </a:p>
      </dsp:txBody>
      <dsp:txXfrm>
        <a:off x="0" y="456587"/>
        <a:ext cx="8640762" cy="2494800"/>
      </dsp:txXfrm>
    </dsp:sp>
    <dsp:sp modelId="{E20B3C6F-2B65-490C-AA95-EB010D1671E8}">
      <dsp:nvSpPr>
        <dsp:cNvPr id="0" name=""/>
        <dsp:cNvSpPr/>
      </dsp:nvSpPr>
      <dsp:spPr>
        <a:xfrm>
          <a:off x="432038" y="102347"/>
          <a:ext cx="6048533"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20" tIns="0" rIns="228620" bIns="0" numCol="1" spcCol="1270" anchor="ctr" anchorCtr="0">
          <a:noAutofit/>
        </a:bodyPr>
        <a:lstStyle/>
        <a:p>
          <a:pPr marL="0" lvl="0" indent="0" algn="l" defTabSz="1066800">
            <a:lnSpc>
              <a:spcPct val="90000"/>
            </a:lnSpc>
            <a:spcBef>
              <a:spcPct val="0"/>
            </a:spcBef>
            <a:spcAft>
              <a:spcPct val="35000"/>
            </a:spcAft>
            <a:buNone/>
          </a:pPr>
          <a:r>
            <a:rPr lang="tr-TR" sz="2400" kern="1200" dirty="0"/>
            <a:t>Hak Ehliyeti</a:t>
          </a:r>
        </a:p>
      </dsp:txBody>
      <dsp:txXfrm>
        <a:off x="466623" y="136932"/>
        <a:ext cx="5979363" cy="639310"/>
      </dsp:txXfrm>
    </dsp:sp>
    <dsp:sp modelId="{C5536A5C-BD4D-4CCE-843A-2B5E20D4FE83}">
      <dsp:nvSpPr>
        <dsp:cNvPr id="0" name=""/>
        <dsp:cNvSpPr/>
      </dsp:nvSpPr>
      <dsp:spPr>
        <a:xfrm>
          <a:off x="0" y="3435227"/>
          <a:ext cx="8640762" cy="2079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70619" tIns="499872" rIns="670619" bIns="170688" numCol="1" spcCol="1270" anchor="t" anchorCtr="0">
          <a:noAutofit/>
        </a:bodyPr>
        <a:lstStyle/>
        <a:p>
          <a:pPr marL="171450" lvl="1" indent="0" algn="l" defTabSz="844550">
            <a:lnSpc>
              <a:spcPct val="90000"/>
            </a:lnSpc>
            <a:spcBef>
              <a:spcPct val="0"/>
            </a:spcBef>
            <a:spcAft>
              <a:spcPct val="15000"/>
            </a:spcAft>
            <a:buNone/>
          </a:pPr>
          <a:r>
            <a:rPr lang="tr-TR" sz="2400" b="1" kern="1200" dirty="0"/>
            <a:t>Bir kimsenin kendi fiil ve işlemleri ile kendi lehine haklar ve aleyhine borçlar yaratabilme gücüdür. </a:t>
          </a:r>
        </a:p>
        <a:p>
          <a:pPr marL="171450" lvl="1" indent="0" algn="l" defTabSz="844550">
            <a:lnSpc>
              <a:spcPct val="90000"/>
            </a:lnSpc>
            <a:spcBef>
              <a:spcPct val="0"/>
            </a:spcBef>
            <a:spcAft>
              <a:spcPct val="15000"/>
            </a:spcAft>
            <a:buNone/>
          </a:pPr>
          <a:r>
            <a:rPr lang="tr-TR" sz="2400" kern="1200" dirty="0"/>
            <a:t>Hak ehliyeti medeni haklardan yararlanmayı,  fiil ehliyeti ise medeni hakları kullanmayı ifade eder. </a:t>
          </a:r>
        </a:p>
      </dsp:txBody>
      <dsp:txXfrm>
        <a:off x="0" y="3435227"/>
        <a:ext cx="8640762" cy="2079000"/>
      </dsp:txXfrm>
    </dsp:sp>
    <dsp:sp modelId="{11434502-085A-4741-BA51-A91B06873DC7}">
      <dsp:nvSpPr>
        <dsp:cNvPr id="0" name=""/>
        <dsp:cNvSpPr/>
      </dsp:nvSpPr>
      <dsp:spPr>
        <a:xfrm>
          <a:off x="432038" y="3080987"/>
          <a:ext cx="6048533" cy="708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20" tIns="0" rIns="228620" bIns="0" numCol="1" spcCol="1270" anchor="ctr" anchorCtr="0">
          <a:noAutofit/>
        </a:bodyPr>
        <a:lstStyle/>
        <a:p>
          <a:pPr marL="0" lvl="0" indent="0" algn="l" defTabSz="1066800">
            <a:lnSpc>
              <a:spcPct val="90000"/>
            </a:lnSpc>
            <a:spcBef>
              <a:spcPct val="0"/>
            </a:spcBef>
            <a:spcAft>
              <a:spcPct val="35000"/>
            </a:spcAft>
            <a:buNone/>
          </a:pPr>
          <a:r>
            <a:rPr lang="tr-TR" sz="2400" kern="1200" dirty="0"/>
            <a:t>Fiil Ehliyeti</a:t>
          </a:r>
        </a:p>
      </dsp:txBody>
      <dsp:txXfrm>
        <a:off x="466623" y="3115572"/>
        <a:ext cx="5979363"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1/layout/TabList">
  <dgm:title val="Sekme Listesi"/>
  <dgm:desc val="Sıralı olmayan veya gruplandırılmış bilgi bloklarını göstermek için kullanın. Az miktarda 1. Düzey metin içeren listelerde çok işe yarar. İlk 2. Düzey metin 1. Düzey metnin yanında görüntülenir ve kalan 2. Düzey metinler 1. Düzey metnin altında görünür."/>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Sekme Listesi"/>
  <dgm:desc val="Sıralı olmayan veya gruplandırılmış bilgi bloklarını göstermek için kullanın. Az miktarda 1. Düzey metin içeren listelerde çok işe yarar. İlk 2. Düzey metin 1. Düzey metnin yanında görüntülenir ve kalan 2. Düzey metinler 1. Düzey metnin altında görünür."/>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1/layout/TabList">
  <dgm:title val="Sekme Listesi"/>
  <dgm:desc val="Sıralı olmayan veya gruplandırılmış bilgi bloklarını göstermek için kullanın. Az miktarda 1. Düzey metin içeren listelerde çok işe yarar. İlk 2. Düzey metin 1. Düzey metnin yanında görüntülenir ve kalan 2. Düzey metinler 1. Düzey metnin altında görünür."/>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67D964-9B69-4C0F-93BE-192B888354D1}"/>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CADD871D-6FE7-48BB-872D-247E7D94BB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C00A1D85-249B-47AD-B1CC-A46AFE56D719}"/>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5" name="Alt Bilgi Yer Tutucusu 4">
            <a:extLst>
              <a:ext uri="{FF2B5EF4-FFF2-40B4-BE49-F238E27FC236}">
                <a16:creationId xmlns:a16="http://schemas.microsoft.com/office/drawing/2014/main" id="{60F0CB1B-1832-4604-8CD3-8B0165444DE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931FA9B-4369-42C7-A74D-BC4878D4594E}"/>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3925763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EFF7F2-10BA-4012-9648-3CC5D04AEEF4}"/>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6EA316F-B456-4674-89E5-04783EA6C6B2}"/>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904B511-6480-4807-A1D9-81493E55426B}"/>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5" name="Alt Bilgi Yer Tutucusu 4">
            <a:extLst>
              <a:ext uri="{FF2B5EF4-FFF2-40B4-BE49-F238E27FC236}">
                <a16:creationId xmlns:a16="http://schemas.microsoft.com/office/drawing/2014/main" id="{06CC8822-B0A6-42BB-94FF-7543AB1AEF6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CE48D3C-455B-4115-992D-CDC8A396B574}"/>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73865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86FCF3-5F91-4DC2-A88C-0A417C9F496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3B86CAFC-D82D-4435-A400-644C2F5B57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27384CC-B0C8-4C36-930A-BC3DF6AC4420}"/>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5" name="Alt Bilgi Yer Tutucusu 4">
            <a:extLst>
              <a:ext uri="{FF2B5EF4-FFF2-40B4-BE49-F238E27FC236}">
                <a16:creationId xmlns:a16="http://schemas.microsoft.com/office/drawing/2014/main" id="{911A6354-4A04-4BBB-B52A-A4EB7222C96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553BD48-F3A6-47DC-AC75-E9DF90266D8F}"/>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1119896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CD2981D-DBC3-4FBA-B83D-AEAF44D50D84}"/>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DBE4CEC2-8591-4CCF-BA4F-8DD500A40429}"/>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06F52C30-5E94-48BD-BCEE-86067F49FBA7}"/>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CC857E1F-3961-4AEA-94F8-4A56BA675EDE}"/>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6" name="Alt Bilgi Yer Tutucusu 5">
            <a:extLst>
              <a:ext uri="{FF2B5EF4-FFF2-40B4-BE49-F238E27FC236}">
                <a16:creationId xmlns:a16="http://schemas.microsoft.com/office/drawing/2014/main" id="{05DC9179-95AE-4F06-ABDE-7D1EA058D63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6E869F9-5447-4275-8669-0EE4E2434139}"/>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100633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F36AC4-10BE-4AD5-B24F-04AE1C2ADF60}"/>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75F3561-2A03-4502-B3B5-9A31F1AEC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625CCCC6-301B-4AAC-A630-8BDB8CA9748B}"/>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27254BD-1450-4F50-AE86-600E94D934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6D666842-562B-42F8-8726-1D7B6459D8B8}"/>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0CD8DE19-FA1C-4E68-A4D9-B46757E672D3}"/>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8" name="Alt Bilgi Yer Tutucusu 7">
            <a:extLst>
              <a:ext uri="{FF2B5EF4-FFF2-40B4-BE49-F238E27FC236}">
                <a16:creationId xmlns:a16="http://schemas.microsoft.com/office/drawing/2014/main" id="{637D6038-9DEF-414F-8CBD-85CBBB20EC6C}"/>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A9E773D-9F23-4430-A06A-F3A4E6F46131}"/>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2631286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410D4A-071D-4E56-B1CF-9F0C2989E0F2}"/>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609026CC-2D79-460C-BFBB-32B604B236E3}"/>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4" name="Alt Bilgi Yer Tutucusu 3">
            <a:extLst>
              <a:ext uri="{FF2B5EF4-FFF2-40B4-BE49-F238E27FC236}">
                <a16:creationId xmlns:a16="http://schemas.microsoft.com/office/drawing/2014/main" id="{F4656F7D-0519-41E4-B512-2C24EAD7598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39040D8E-3F42-472A-A7A0-B702C950E59D}"/>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682616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C8EE4457-9314-41B3-AC19-311F94B3510C}"/>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3" name="Alt Bilgi Yer Tutucusu 2">
            <a:extLst>
              <a:ext uri="{FF2B5EF4-FFF2-40B4-BE49-F238E27FC236}">
                <a16:creationId xmlns:a16="http://schemas.microsoft.com/office/drawing/2014/main" id="{E25D2C14-20EF-46C6-A41E-743CAF483AFF}"/>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BAABC22C-64AD-45A3-B66E-5EE9DE9A91A9}"/>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3870563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FBBE13-6517-4EF3-B56F-1E559D19B68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5730C1D-4926-4CCE-B7C2-4BC98A1651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5484B016-B67B-49D6-81BE-3C3BA70F13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0CF0D29-0F9D-4D37-9976-AEB6AE06A90D}"/>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6" name="Alt Bilgi Yer Tutucusu 5">
            <a:extLst>
              <a:ext uri="{FF2B5EF4-FFF2-40B4-BE49-F238E27FC236}">
                <a16:creationId xmlns:a16="http://schemas.microsoft.com/office/drawing/2014/main" id="{F58690F6-A98B-460D-AA70-028C4DB50E1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E65CAC5-573F-40FC-A8C0-668CA6DDF527}"/>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3651416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89CF40-8FE9-4856-B58E-B3C9E513BC9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B9099F9-0793-4F6C-AE19-E948C4481C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E0F2A289-48EE-4C81-A7CB-716449EE98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5BC0AAB-5139-42D9-AEED-E4498834775B}"/>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6" name="Alt Bilgi Yer Tutucusu 5">
            <a:extLst>
              <a:ext uri="{FF2B5EF4-FFF2-40B4-BE49-F238E27FC236}">
                <a16:creationId xmlns:a16="http://schemas.microsoft.com/office/drawing/2014/main" id="{4423C75C-0A95-4809-A417-8918E4E1808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0DF57AF-4AB8-4C23-B271-CD6F23C8D05C}"/>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1000441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AABD3E5-93BA-46E0-BAAD-FD45FA9CD445}"/>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A4CD3AC2-46EA-4522-BDC5-E86E34F0508B}"/>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D9639CF-8DAB-4393-AD03-7858C43B7A38}"/>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5" name="Alt Bilgi Yer Tutucusu 4">
            <a:extLst>
              <a:ext uri="{FF2B5EF4-FFF2-40B4-BE49-F238E27FC236}">
                <a16:creationId xmlns:a16="http://schemas.microsoft.com/office/drawing/2014/main" id="{49FC4D67-A3F3-43D4-B3B3-AA2FD73D782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C3088C8-02D0-43B0-8B11-75EA83DAB5F1}"/>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2788317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6096AB21-CF12-4A56-8E55-BAEF96A2B931}"/>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1697E05B-3D4C-48FD-B1B0-B5B135007C68}"/>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1698560-55E9-4EAD-8283-E0C48BABB7C7}"/>
              </a:ext>
            </a:extLst>
          </p:cNvPr>
          <p:cNvSpPr>
            <a:spLocks noGrp="1"/>
          </p:cNvSpPr>
          <p:nvPr>
            <p:ph type="dt" sz="half" idx="10"/>
          </p:nvPr>
        </p:nvSpPr>
        <p:spPr/>
        <p:txBody>
          <a:bodyPr/>
          <a:lstStyle/>
          <a:p>
            <a:fld id="{E73BD31A-9B9F-453A-BF4C-4676C68882AA}" type="datetimeFigureOut">
              <a:rPr lang="tr-TR" smtClean="0"/>
              <a:t>27.10.2026</a:t>
            </a:fld>
            <a:endParaRPr lang="tr-TR"/>
          </a:p>
        </p:txBody>
      </p:sp>
      <p:sp>
        <p:nvSpPr>
          <p:cNvPr id="5" name="Alt Bilgi Yer Tutucusu 4">
            <a:extLst>
              <a:ext uri="{FF2B5EF4-FFF2-40B4-BE49-F238E27FC236}">
                <a16:creationId xmlns:a16="http://schemas.microsoft.com/office/drawing/2014/main" id="{8D51F244-5853-43D0-8D89-D5ACB487C90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0AFD8D7-B9F0-4E8F-A511-F92625CF9120}"/>
              </a:ext>
            </a:extLst>
          </p:cNvPr>
          <p:cNvSpPr>
            <a:spLocks noGrp="1"/>
          </p:cNvSpPr>
          <p:nvPr>
            <p:ph type="sldNum" sz="quarter" idx="12"/>
          </p:nvPr>
        </p:nvSpPr>
        <p:spPr/>
        <p:txBody>
          <a:bodyPr/>
          <a:lstStyle/>
          <a:p>
            <a:fld id="{07F41092-E796-47E5-A4EB-1EAC4549C12A}" type="slidenum">
              <a:rPr lang="tr-TR" smtClean="0"/>
              <a:t>‹#›</a:t>
            </a:fld>
            <a:endParaRPr lang="tr-TR"/>
          </a:p>
        </p:txBody>
      </p:sp>
    </p:spTree>
    <p:extLst>
      <p:ext uri="{BB962C8B-B14F-4D97-AF65-F5344CB8AC3E}">
        <p14:creationId xmlns:p14="http://schemas.microsoft.com/office/powerpoint/2010/main" val="2566661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8FB3049E-EB4A-41D1-AAC4-1255C1FB6A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6D97874-5415-410C-A272-D652C03AB4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93E8567-E352-43F9-B2DD-8E97BC42CA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3BD31A-9B9F-453A-BF4C-4676C68882AA}" type="datetimeFigureOut">
              <a:rPr lang="tr-TR" smtClean="0"/>
              <a:t>27.10.2026</a:t>
            </a:fld>
            <a:endParaRPr lang="tr-TR"/>
          </a:p>
        </p:txBody>
      </p:sp>
      <p:sp>
        <p:nvSpPr>
          <p:cNvPr id="5" name="Alt Bilgi Yer Tutucusu 4">
            <a:extLst>
              <a:ext uri="{FF2B5EF4-FFF2-40B4-BE49-F238E27FC236}">
                <a16:creationId xmlns:a16="http://schemas.microsoft.com/office/drawing/2014/main" id="{26A216AB-FF64-4E87-8208-2E9957457E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D6EFA4E5-7D4A-411D-8046-2ED7DC583F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F41092-E796-47E5-A4EB-1EAC4549C12A}" type="slidenum">
              <a:rPr lang="tr-TR" smtClean="0"/>
              <a:t>‹#›</a:t>
            </a:fld>
            <a:endParaRPr lang="tr-TR"/>
          </a:p>
        </p:txBody>
      </p:sp>
    </p:spTree>
    <p:extLst>
      <p:ext uri="{BB962C8B-B14F-4D97-AF65-F5344CB8AC3E}">
        <p14:creationId xmlns:p14="http://schemas.microsoft.com/office/powerpoint/2010/main" val="2504888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b="1" dirty="0">
                <a:solidFill>
                  <a:srgbClr val="C00000"/>
                </a:solidFill>
              </a:rPr>
              <a:t>İletişim Hukuku</a:t>
            </a:r>
          </a:p>
        </p:txBody>
      </p:sp>
      <p:sp>
        <p:nvSpPr>
          <p:cNvPr id="3" name="Alt Başlık 2"/>
          <p:cNvSpPr>
            <a:spLocks noGrp="1"/>
          </p:cNvSpPr>
          <p:nvPr>
            <p:ph type="subTitle" idx="1"/>
          </p:nvPr>
        </p:nvSpPr>
        <p:spPr/>
        <p:txBody>
          <a:bodyPr/>
          <a:lstStyle/>
          <a:p>
            <a:r>
              <a:rPr lang="tr-TR" b="1" dirty="0"/>
              <a:t>Dr. </a:t>
            </a:r>
            <a:r>
              <a:rPr lang="tr-TR" b="1" dirty="0" err="1"/>
              <a:t>Öğr</a:t>
            </a:r>
            <a:r>
              <a:rPr lang="tr-TR" b="1" dirty="0"/>
              <a:t>. Üyesi Dilek Şahinci</a:t>
            </a:r>
          </a:p>
        </p:txBody>
      </p:sp>
    </p:spTree>
    <p:extLst>
      <p:ext uri="{BB962C8B-B14F-4D97-AF65-F5344CB8AC3E}">
        <p14:creationId xmlns:p14="http://schemas.microsoft.com/office/powerpoint/2010/main" val="89521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çerik Yer Tutucusu 6"/>
          <p:cNvSpPr>
            <a:spLocks noGrp="1"/>
          </p:cNvSpPr>
          <p:nvPr>
            <p:ph idx="1"/>
          </p:nvPr>
        </p:nvSpPr>
        <p:spPr>
          <a:xfrm>
            <a:off x="819346" y="395926"/>
            <a:ext cx="10515600" cy="6212264"/>
          </a:xfrm>
        </p:spPr>
        <p:txBody>
          <a:bodyPr>
            <a:normAutofit fontScale="85000" lnSpcReduction="20000"/>
          </a:bodyPr>
          <a:lstStyle/>
          <a:p>
            <a:pPr marL="0" indent="0" algn="ctr" fontAlgn="ctr">
              <a:buNone/>
            </a:pPr>
            <a:r>
              <a:rPr lang="tr-TR" b="1" dirty="0"/>
              <a:t>DERS PLANI</a:t>
            </a:r>
          </a:p>
          <a:p>
            <a:pPr marL="0" indent="0" algn="just" fontAlgn="ctr">
              <a:buNone/>
            </a:pPr>
            <a:endParaRPr lang="tr-TR" b="1" dirty="0"/>
          </a:p>
          <a:p>
            <a:pPr algn="just" fontAlgn="ctr"/>
            <a:r>
              <a:rPr lang="tr-TR" dirty="0"/>
              <a:t>HUKUK BAŞLANGICI VE HUKUKUN TEMEL İLKELERİ</a:t>
            </a:r>
          </a:p>
          <a:p>
            <a:r>
              <a:rPr lang="tr-TR" dirty="0"/>
              <a:t>KİTLE İLETİŞİM KAVRAMI VE KİTLE İLETİŞİM ARAÇLARI</a:t>
            </a:r>
          </a:p>
          <a:p>
            <a:r>
              <a:rPr lang="tr-TR" dirty="0"/>
              <a:t>KİTLE İLETİŞİM HUKUKUNUN ANAYASAL TEMELLERİ</a:t>
            </a:r>
          </a:p>
          <a:p>
            <a:r>
              <a:rPr lang="tr-TR" dirty="0"/>
              <a:t>KİTLE İLETİŞİM HUKUKUNUN ULUSLARARASI KAYNAKLARI</a:t>
            </a:r>
          </a:p>
          <a:p>
            <a:r>
              <a:rPr lang="tr-TR" dirty="0"/>
              <a:t> KİTLE İLETİŞİMİ ALANINDAKİ YASAL DÜZENLEMELER</a:t>
            </a:r>
          </a:p>
          <a:p>
            <a:r>
              <a:rPr lang="sv-SE" dirty="0"/>
              <a:t>GENEL OLARAK BASIN</a:t>
            </a:r>
            <a:r>
              <a:rPr lang="tr-TR" dirty="0"/>
              <a:t> VE BASININ </a:t>
            </a:r>
            <a:r>
              <a:rPr lang="tr-TR" dirty="0" err="1"/>
              <a:t>ÖNEMi</a:t>
            </a:r>
            <a:endParaRPr lang="tr-TR" dirty="0"/>
          </a:p>
          <a:p>
            <a:r>
              <a:rPr lang="tr-TR" dirty="0"/>
              <a:t>BASIN REJİMİNE İLİŞKİN TEMEL KAVRAMLAR</a:t>
            </a:r>
          </a:p>
          <a:p>
            <a:r>
              <a:rPr lang="tr-TR" dirty="0"/>
              <a:t> DÖNEMSEL/SÜRELİ YAYINLARLA İLGİLİ DÜZENLEMELER</a:t>
            </a:r>
          </a:p>
          <a:p>
            <a:r>
              <a:rPr lang="sv-SE" dirty="0"/>
              <a:t>BASINDA ÖZ DENETİM</a:t>
            </a:r>
            <a:r>
              <a:rPr lang="tr-TR" dirty="0"/>
              <a:t>/ BASININ CEZA SORUMLULUĞU</a:t>
            </a:r>
          </a:p>
          <a:p>
            <a:r>
              <a:rPr lang="tr-TR" dirty="0"/>
              <a:t>RADYO-TELEVİZYON YAYINCILIĞI</a:t>
            </a:r>
          </a:p>
          <a:p>
            <a:r>
              <a:rPr lang="tr-TR" dirty="0"/>
              <a:t>RADYO YAYINCILIĞININ GENEL İLKELERİ</a:t>
            </a:r>
          </a:p>
          <a:p>
            <a:r>
              <a:rPr lang="tr-TR" dirty="0"/>
              <a:t>TELEVİZYON YAYINCILIĞININ GENEL İLKELERİ</a:t>
            </a:r>
          </a:p>
          <a:p>
            <a:r>
              <a:rPr lang="tr-TR" dirty="0"/>
              <a:t>REKLAM HUKUKU </a:t>
            </a:r>
          </a:p>
          <a:p>
            <a:r>
              <a:rPr lang="tr-TR" dirty="0"/>
              <a:t>REKLAMLA İLGİLİ YASAL DÜZENLEMELER</a:t>
            </a:r>
          </a:p>
        </p:txBody>
      </p:sp>
    </p:spTree>
    <p:extLst>
      <p:ext uri="{BB962C8B-B14F-4D97-AF65-F5344CB8AC3E}">
        <p14:creationId xmlns:p14="http://schemas.microsoft.com/office/powerpoint/2010/main" val="3797602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09919" y="1052627"/>
            <a:ext cx="5751137" cy="4351338"/>
          </a:xfrm>
        </p:spPr>
        <p:txBody>
          <a:bodyPr/>
          <a:lstStyle/>
          <a:p>
            <a:pPr marL="0" indent="0" algn="just">
              <a:buNone/>
            </a:pPr>
            <a:endParaRPr lang="tr-TR" altLang="tr-TR" dirty="0"/>
          </a:p>
          <a:p>
            <a:pPr marL="0" indent="0" algn="just">
              <a:buNone/>
            </a:pPr>
            <a:endParaRPr lang="tr-TR" altLang="tr-TR" dirty="0"/>
          </a:p>
          <a:p>
            <a:pPr marL="0" indent="0" algn="just">
              <a:buNone/>
            </a:pPr>
            <a:r>
              <a:rPr lang="tr-TR" altLang="tr-TR" dirty="0"/>
              <a:t>Hukuk, günlük yaşantımızda gerçekleştirdiğimiz bütün eylemlerin ço­ğunluğunu düzenleyen kurallar bütünü olduğu içindir ki, hukukçu olsun olma­sın herkesi, hepimizi ilgilendiren bir bilim dalıdır. </a:t>
            </a:r>
          </a:p>
        </p:txBody>
      </p:sp>
      <p:pic>
        <p:nvPicPr>
          <p:cNvPr id="4" name="Resim 3"/>
          <p:cNvPicPr>
            <a:picLocks noChangeAspect="1"/>
          </p:cNvPicPr>
          <p:nvPr/>
        </p:nvPicPr>
        <p:blipFill>
          <a:blip r:embed="rId2"/>
          <a:stretch>
            <a:fillRect/>
          </a:stretch>
        </p:blipFill>
        <p:spPr>
          <a:xfrm>
            <a:off x="6985263" y="857840"/>
            <a:ext cx="4685318" cy="5015060"/>
          </a:xfrm>
          <a:prstGeom prst="rect">
            <a:avLst/>
          </a:prstGeom>
        </p:spPr>
      </p:pic>
    </p:spTree>
    <p:extLst>
      <p:ext uri="{BB962C8B-B14F-4D97-AF65-F5344CB8AC3E}">
        <p14:creationId xmlns:p14="http://schemas.microsoft.com/office/powerpoint/2010/main" val="3103495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b="1" dirty="0"/>
              <a:t>İnsanın doğması ve ölmesi bile hukuku ilgilendiren olaydır. Günlük hayatta yaptığımız her şey hukuk alanının konusunu oluşturur. H</a:t>
            </a:r>
            <a:r>
              <a:rPr lang="tr-TR" altLang="tr-TR" b="1" dirty="0"/>
              <a:t>ukuk bilgileri, hukukçu olmayanlar için de yararlı bilgilerdir.</a:t>
            </a:r>
            <a:endParaRPr lang="tr-TR" b="1" dirty="0"/>
          </a:p>
        </p:txBody>
      </p:sp>
    </p:spTree>
    <p:extLst>
      <p:ext uri="{BB962C8B-B14F-4D97-AF65-F5344CB8AC3E}">
        <p14:creationId xmlns:p14="http://schemas.microsoft.com/office/powerpoint/2010/main" val="1809149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27418"/>
            <a:ext cx="10515600" cy="1325563"/>
          </a:xfrm>
        </p:spPr>
        <p:txBody>
          <a:bodyPr>
            <a:normAutofit/>
          </a:bodyPr>
          <a:lstStyle/>
          <a:p>
            <a:pPr algn="ctr"/>
            <a:r>
              <a:rPr lang="tr-TR" b="1" dirty="0">
                <a:latin typeface="+mn-lt"/>
              </a:rPr>
              <a:t>TOPLUM HAYATINI DÜZENLEYEN </a:t>
            </a:r>
            <a:br>
              <a:rPr lang="tr-TR" b="1" dirty="0">
                <a:latin typeface="+mn-lt"/>
              </a:rPr>
            </a:br>
            <a:r>
              <a:rPr lang="tr-TR" b="1" dirty="0">
                <a:latin typeface="+mn-lt"/>
              </a:rPr>
              <a:t>KURALLAR VE HUKUK</a:t>
            </a:r>
          </a:p>
        </p:txBody>
      </p:sp>
      <p:sp>
        <p:nvSpPr>
          <p:cNvPr id="3" name="İçerik Yer Tutucusu 2"/>
          <p:cNvSpPr>
            <a:spLocks noGrp="1"/>
          </p:cNvSpPr>
          <p:nvPr>
            <p:ph idx="1"/>
          </p:nvPr>
        </p:nvSpPr>
        <p:spPr>
          <a:xfrm>
            <a:off x="838200" y="1825625"/>
            <a:ext cx="6269610" cy="4351338"/>
          </a:xfrm>
        </p:spPr>
        <p:txBody>
          <a:bodyPr>
            <a:normAutofit fontScale="92500" lnSpcReduction="10000"/>
          </a:bodyPr>
          <a:lstStyle/>
          <a:p>
            <a:pPr marL="0" indent="0" algn="just">
              <a:buNone/>
            </a:pPr>
            <a:r>
              <a:rPr lang="tr-TR" dirty="0"/>
              <a:t>İnsan sosyal bir  varlıktır. Yaşamını sürdürebilmesi için iletişim kurmaya, bir topluluk içerisinde var olmaya ihtiyacı vardır. </a:t>
            </a:r>
          </a:p>
          <a:p>
            <a:pPr marL="0" indent="0" algn="just">
              <a:buNone/>
            </a:pPr>
            <a:r>
              <a:rPr lang="tr-TR" b="1" dirty="0"/>
              <a:t>Birlikte yaşayan, iletişim kuran ve teşkilatlanan, iş bölümü yapan insan toplulukları toplum olarak adlandırılır. </a:t>
            </a:r>
          </a:p>
          <a:p>
            <a:pPr marL="0" indent="0" algn="just">
              <a:buNone/>
            </a:pPr>
            <a:r>
              <a:rPr lang="tr-TR" dirty="0"/>
              <a:t>Toplumsal hayatın varlığını sürdürebilmesi ise insanların belirli kurallara uymaları ile mümkündür.</a:t>
            </a:r>
          </a:p>
          <a:p>
            <a:pPr marL="0" indent="0" algn="just">
              <a:buNone/>
            </a:pPr>
            <a:r>
              <a:rPr lang="tr-TR" dirty="0"/>
              <a:t>Bu kurallara </a:t>
            </a:r>
            <a:r>
              <a:rPr lang="tr-TR" b="1" dirty="0">
                <a:solidFill>
                  <a:srgbClr val="C00000"/>
                </a:solidFill>
              </a:rPr>
              <a:t>toplumsal davranış kuralları </a:t>
            </a:r>
            <a:r>
              <a:rPr lang="tr-TR" dirty="0"/>
              <a:t>denilmektedir.</a:t>
            </a:r>
          </a:p>
        </p:txBody>
      </p:sp>
      <p:pic>
        <p:nvPicPr>
          <p:cNvPr id="4" name="Resim 3"/>
          <p:cNvPicPr>
            <a:picLocks noChangeAspect="1"/>
          </p:cNvPicPr>
          <p:nvPr/>
        </p:nvPicPr>
        <p:blipFill>
          <a:blip r:embed="rId2"/>
          <a:stretch>
            <a:fillRect/>
          </a:stretch>
        </p:blipFill>
        <p:spPr>
          <a:xfrm>
            <a:off x="7588577" y="1964849"/>
            <a:ext cx="4298623" cy="3248173"/>
          </a:xfrm>
          <a:prstGeom prst="rect">
            <a:avLst/>
          </a:prstGeom>
        </p:spPr>
      </p:pic>
    </p:spTree>
    <p:extLst>
      <p:ext uri="{BB962C8B-B14F-4D97-AF65-F5344CB8AC3E}">
        <p14:creationId xmlns:p14="http://schemas.microsoft.com/office/powerpoint/2010/main" val="3041810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1"/>
          <p:cNvGraphicFramePr>
            <a:graphicFrameLocks noGrp="1"/>
          </p:cNvGraphicFramePr>
          <p:nvPr>
            <p:ph idx="1"/>
          </p:nvPr>
        </p:nvGraphicFramePr>
        <p:xfrm>
          <a:off x="782425" y="91093"/>
          <a:ext cx="10458251" cy="3029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ikdörtgen 4"/>
          <p:cNvSpPr/>
          <p:nvPr/>
        </p:nvSpPr>
        <p:spPr>
          <a:xfrm>
            <a:off x="1" y="2781702"/>
            <a:ext cx="2526384" cy="286232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Tanrının koyduğuna ve peygamberler aracılığıyla insanlara ulaştırıldığına inanılan bir takım emir ve yasaklardır.</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Din kurallarına uyulduğu zaman sevap uyulmadığı zaman ise günah işlenmiş sayılır.</a:t>
            </a:r>
          </a:p>
        </p:txBody>
      </p:sp>
      <p:sp>
        <p:nvSpPr>
          <p:cNvPr id="6" name="Dikdörtgen 5"/>
          <p:cNvSpPr/>
          <p:nvPr/>
        </p:nvSpPr>
        <p:spPr>
          <a:xfrm>
            <a:off x="3048000" y="2781702"/>
            <a:ext cx="1797378" cy="369331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Bir toplumun çok uzun bir zaman zarfında oluşturduğu, değer yargıları ve kurallar bütünüdür. Yaptırımı manevidir.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Örneğin toplum tarafından ayıplanma, dışlanma</a:t>
            </a:r>
          </a:p>
        </p:txBody>
      </p:sp>
      <p:sp>
        <p:nvSpPr>
          <p:cNvPr id="7" name="Dikdörtgen 6"/>
          <p:cNvSpPr/>
          <p:nvPr/>
        </p:nvSpPr>
        <p:spPr>
          <a:xfrm>
            <a:off x="5109328" y="2828836"/>
            <a:ext cx="2092750" cy="341632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Aynı çevrede yaşayan kişilerin diğer insanlarla karşılaştıkları zaman takınmaları gereken tavırları, konuşma selamlaşma gibi davranış kurallardır. Yaptırımı manevidir.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Görgüsüz, saygısız, kaba nitelendirilme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Dikdörtgen 7"/>
          <p:cNvSpPr/>
          <p:nvPr/>
        </p:nvSpPr>
        <p:spPr>
          <a:xfrm>
            <a:off x="7233501" y="2725141"/>
            <a:ext cx="1759670" cy="3693319"/>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Toplum içindeki insanların uzun zamandan beri yaptıkları, kendiliğinden ortaya çıkan ve toplumun uygulanmasını zorunlu saydığı ortak davranış kurallarının tümüdür.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Kına  </a:t>
            </a:r>
          </a:p>
        </p:txBody>
      </p:sp>
      <p:sp>
        <p:nvSpPr>
          <p:cNvPr id="9" name="Dikdörtgen 8"/>
          <p:cNvSpPr/>
          <p:nvPr/>
        </p:nvSpPr>
        <p:spPr>
          <a:xfrm>
            <a:off x="9316429" y="2828836"/>
            <a:ext cx="2706671" cy="397031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Toplum halinde yaşayan insanların birbirleriyle devletle olan ilişkilerini, haklar ve yükümlülükler çevresinde düzenleyen kurallarını tümüdür.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rPr>
              <a:t>Hukuk kurallarını sosyal hayatı düzenleyen 	diğer kurallardan ayıran en önemli özellik, 	hukuk kurallarını maddi yaptırım ile desteklenmiş olmasıdır.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9846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pPr algn="ctr"/>
            <a:r>
              <a:rPr lang="tr-TR" sz="4000" b="1" dirty="0">
                <a:latin typeface="+mn-lt"/>
              </a:rPr>
              <a:t>Hukuk Kurallarının Yaptırımları</a:t>
            </a:r>
          </a:p>
        </p:txBody>
      </p:sp>
      <p:sp>
        <p:nvSpPr>
          <p:cNvPr id="3" name="İçerik Yer Tutucusu 2"/>
          <p:cNvSpPr>
            <a:spLocks noGrp="1"/>
          </p:cNvSpPr>
          <p:nvPr>
            <p:ph idx="1"/>
          </p:nvPr>
        </p:nvSpPr>
        <p:spPr/>
        <p:txBody>
          <a:bodyPr/>
          <a:lstStyle/>
          <a:p>
            <a:pPr algn="just"/>
            <a:r>
              <a:rPr lang="tr-TR" altLang="tr-TR" b="1" dirty="0">
                <a:solidFill>
                  <a:srgbClr val="C00000"/>
                </a:solidFill>
              </a:rPr>
              <a:t>Yaptırım(müeyyide): </a:t>
            </a:r>
            <a:r>
              <a:rPr lang="tr-TR" altLang="tr-TR" dirty="0"/>
              <a:t>Herhangi bir hukuk kuralının koyduğu emir ve yasaklara uygun davranmama durumunda karşılaşılacak tepkidir.</a:t>
            </a:r>
          </a:p>
          <a:p>
            <a:pPr marL="0" indent="0" algn="just">
              <a:buNone/>
            </a:pPr>
            <a:r>
              <a:rPr lang="tr-TR" altLang="tr-TR" dirty="0"/>
              <a:t> </a:t>
            </a:r>
          </a:p>
          <a:p>
            <a:pPr marL="0" indent="0" algn="just">
              <a:buNone/>
            </a:pPr>
            <a:r>
              <a:rPr lang="tr-TR" altLang="tr-TR" dirty="0"/>
              <a:t>   </a:t>
            </a:r>
            <a:r>
              <a:rPr lang="tr-TR" altLang="tr-TR" b="1" dirty="0"/>
              <a:t>Hukuk kurallarının yaptırımları maddidir. </a:t>
            </a:r>
          </a:p>
          <a:p>
            <a:pPr algn="just"/>
            <a:r>
              <a:rPr lang="tr-TR" altLang="tr-TR" b="1" dirty="0">
                <a:solidFill>
                  <a:srgbClr val="C00000"/>
                </a:solidFill>
              </a:rPr>
              <a:t>Yaptırımın maddi olması demek</a:t>
            </a:r>
            <a:r>
              <a:rPr lang="tr-TR" altLang="tr-TR" dirty="0"/>
              <a:t>, bir hukuk kuralına aykırılık halinde devletin, kamu gücünü kullanarak hukuk kurallarını ihlal eden kimsenin bu aykırı davranışın sonucuna katlanmasını sağlamasıdır.</a:t>
            </a:r>
            <a:endParaRPr lang="tr-TR" dirty="0"/>
          </a:p>
        </p:txBody>
      </p:sp>
    </p:spTree>
    <p:extLst>
      <p:ext uri="{BB962C8B-B14F-4D97-AF65-F5344CB8AC3E}">
        <p14:creationId xmlns:p14="http://schemas.microsoft.com/office/powerpoint/2010/main" val="2456996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pPr algn="ctr"/>
            <a:r>
              <a:rPr lang="tr-TR" sz="3600" b="1" dirty="0">
                <a:solidFill>
                  <a:schemeClr val="tx1"/>
                </a:solidFill>
                <a:latin typeface="+mn-lt"/>
              </a:rPr>
              <a:t>Hukukun Amaçları</a:t>
            </a:r>
            <a:endParaRPr lang="tr-TR" sz="3600" b="1" dirty="0">
              <a:latin typeface="+mn-lt"/>
            </a:endParaRPr>
          </a:p>
        </p:txBody>
      </p:sp>
      <p:sp>
        <p:nvSpPr>
          <p:cNvPr id="3" name="İçerik Yer Tutucusu 2"/>
          <p:cNvSpPr>
            <a:spLocks noGrp="1"/>
          </p:cNvSpPr>
          <p:nvPr>
            <p:ph idx="1"/>
          </p:nvPr>
        </p:nvSpPr>
        <p:spPr/>
        <p:txBody>
          <a:bodyPr/>
          <a:lstStyle/>
          <a:p>
            <a:pPr marL="514350" indent="-514350" algn="just">
              <a:buFont typeface="Calibri" panose="020F0502020204030204" pitchFamily="34" charset="0"/>
              <a:buAutoNum type="arabicPeriod"/>
            </a:pPr>
            <a:r>
              <a:rPr lang="tr-TR" altLang="tr-TR" dirty="0"/>
              <a:t>Toplumsal güven ve güvenliği sağlamak</a:t>
            </a:r>
          </a:p>
          <a:p>
            <a:pPr marL="514350" indent="-514350" algn="just">
              <a:buFont typeface="Calibri" panose="020F0502020204030204" pitchFamily="34" charset="0"/>
              <a:buAutoNum type="arabicPeriod"/>
            </a:pPr>
            <a:r>
              <a:rPr lang="tr-TR" altLang="tr-TR" dirty="0"/>
              <a:t>Toplumsal düzeni sağlamak</a:t>
            </a:r>
          </a:p>
          <a:p>
            <a:pPr marL="514350" indent="-514350" algn="just">
              <a:buFont typeface="Calibri" panose="020F0502020204030204" pitchFamily="34" charset="0"/>
              <a:buAutoNum type="arabicPeriod"/>
            </a:pPr>
            <a:r>
              <a:rPr lang="tr-TR" altLang="tr-TR" dirty="0"/>
              <a:t>Toplumsal ihtiyaçları karşılamak</a:t>
            </a:r>
          </a:p>
          <a:p>
            <a:pPr marL="514350" indent="-514350" algn="just">
              <a:buFont typeface="Calibri" panose="020F0502020204030204" pitchFamily="34" charset="0"/>
              <a:buAutoNum type="arabicPeriod"/>
            </a:pPr>
            <a:r>
              <a:rPr lang="tr-TR" altLang="tr-TR" dirty="0"/>
              <a:t>Toplumsal eşitliği sağlamak</a:t>
            </a:r>
          </a:p>
          <a:p>
            <a:pPr marL="514350" indent="-514350" algn="just">
              <a:buFont typeface="Calibri" panose="020F0502020204030204" pitchFamily="34" charset="0"/>
              <a:buAutoNum type="arabicPeriod"/>
            </a:pPr>
            <a:r>
              <a:rPr lang="tr-TR" altLang="tr-TR" dirty="0"/>
              <a:t>Adaleti gerçekleştirmek</a:t>
            </a:r>
          </a:p>
          <a:p>
            <a:pPr marL="514350" indent="-514350" algn="just">
              <a:buFont typeface="Calibri" panose="020F0502020204030204" pitchFamily="34" charset="0"/>
              <a:buAutoNum type="arabicPeriod"/>
            </a:pPr>
            <a:r>
              <a:rPr lang="tr-TR" altLang="tr-TR" dirty="0"/>
              <a:t>Barışı sağlamak</a:t>
            </a:r>
          </a:p>
          <a:p>
            <a:pPr marL="514350" indent="-514350" algn="just">
              <a:buFont typeface="Calibri" panose="020F0502020204030204" pitchFamily="34" charset="0"/>
              <a:buAutoNum type="arabicPeriod"/>
            </a:pPr>
            <a:r>
              <a:rPr lang="tr-TR" altLang="tr-TR" dirty="0"/>
              <a:t>Özgürlüğü sağlamak</a:t>
            </a:r>
          </a:p>
        </p:txBody>
      </p:sp>
    </p:spTree>
    <p:extLst>
      <p:ext uri="{BB962C8B-B14F-4D97-AF65-F5344CB8AC3E}">
        <p14:creationId xmlns:p14="http://schemas.microsoft.com/office/powerpoint/2010/main" val="196512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247617"/>
            <a:ext cx="10515600" cy="1325563"/>
          </a:xfrm>
        </p:spPr>
        <p:txBody>
          <a:bodyPr/>
          <a:lstStyle/>
          <a:p>
            <a:pPr algn="ctr"/>
            <a:r>
              <a:rPr lang="tr-TR" b="1" dirty="0">
                <a:solidFill>
                  <a:schemeClr val="tx1"/>
                </a:solidFill>
                <a:latin typeface="+mn-lt"/>
              </a:rPr>
              <a:t>Hukuk Kurallarının Kaynakları</a:t>
            </a:r>
            <a:endParaRPr lang="tr-TR" b="1" dirty="0">
              <a:latin typeface="+mn-lt"/>
            </a:endParaRPr>
          </a:p>
        </p:txBody>
      </p:sp>
      <p:graphicFrame>
        <p:nvGraphicFramePr>
          <p:cNvPr id="4" name="İçerik Yer Tutucusu 3"/>
          <p:cNvGraphicFramePr>
            <a:graphicFrameLocks noGrp="1"/>
          </p:cNvGraphicFramePr>
          <p:nvPr>
            <p:ph idx="1"/>
          </p:nvPr>
        </p:nvGraphicFramePr>
        <p:xfrm>
          <a:off x="-75415" y="904973"/>
          <a:ext cx="12462236" cy="52719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7521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pPr algn="ctr"/>
            <a:r>
              <a:rPr lang="tr-TR" b="1" dirty="0">
                <a:latin typeface="+mn-lt"/>
              </a:rPr>
              <a:t>Normlar Hiyerarşisi</a:t>
            </a:r>
          </a:p>
        </p:txBody>
      </p:sp>
      <p:sp>
        <p:nvSpPr>
          <p:cNvPr id="3" name="İçerik Yer Tutucusu 2"/>
          <p:cNvSpPr>
            <a:spLocks noGrp="1"/>
          </p:cNvSpPr>
          <p:nvPr>
            <p:ph idx="1"/>
          </p:nvPr>
        </p:nvSpPr>
        <p:spPr>
          <a:xfrm>
            <a:off x="838200" y="1825625"/>
            <a:ext cx="10417404" cy="4351338"/>
          </a:xfrm>
        </p:spPr>
        <p:txBody>
          <a:bodyPr>
            <a:normAutofit lnSpcReduction="10000"/>
          </a:bodyPr>
          <a:lstStyle/>
          <a:p>
            <a:pPr marL="0" indent="0">
              <a:buNone/>
            </a:pPr>
            <a:r>
              <a:rPr lang="tr-TR" b="1" dirty="0">
                <a:solidFill>
                  <a:srgbClr val="C00000"/>
                </a:solidFill>
              </a:rPr>
              <a:t>Norm = Kural</a:t>
            </a:r>
          </a:p>
          <a:p>
            <a:pPr marL="0" indent="0">
              <a:buNone/>
            </a:pPr>
            <a:endParaRPr lang="tr-TR" b="1" dirty="0">
              <a:solidFill>
                <a:srgbClr val="C00000"/>
              </a:solidFill>
            </a:endParaRPr>
          </a:p>
          <a:p>
            <a:pPr marL="0" indent="0">
              <a:buNone/>
            </a:pPr>
            <a:r>
              <a:rPr lang="tr-TR" dirty="0"/>
              <a:t>Hukukun bütünsel bir sistem olarak kabulü normların birbirleriyle olan ilişkisini zorunlu kılar.</a:t>
            </a:r>
          </a:p>
          <a:p>
            <a:pPr marL="0" indent="0">
              <a:buNone/>
            </a:pPr>
            <a:r>
              <a:rPr lang="tr-TR" dirty="0"/>
              <a:t>Normlar arası ilişkinin bir yığın olmaktan çıkıp anlamlı bir bütüne dönüşmesi normlar hiyerarşisi ile sağlanır.</a:t>
            </a:r>
          </a:p>
          <a:p>
            <a:pPr marL="0" indent="0">
              <a:buNone/>
            </a:pPr>
            <a:endParaRPr lang="tr-TR" dirty="0"/>
          </a:p>
          <a:p>
            <a:pPr marL="0" indent="0">
              <a:buNone/>
            </a:pPr>
            <a:r>
              <a:rPr lang="tr-TR" b="1" dirty="0">
                <a:solidFill>
                  <a:srgbClr val="C00000"/>
                </a:solidFill>
              </a:rPr>
              <a:t>Hukuk kuralları arasındaki «öncelik» ilişkisi normlar hiyerarşisi olarak adlandırılır.</a:t>
            </a:r>
            <a:br>
              <a:rPr lang="tr-TR" b="1" dirty="0">
                <a:solidFill>
                  <a:srgbClr val="C00000"/>
                </a:solidFill>
              </a:rPr>
            </a:br>
            <a:endParaRPr lang="tr-TR" b="1" dirty="0">
              <a:solidFill>
                <a:srgbClr val="C00000"/>
              </a:solidFill>
            </a:endParaRPr>
          </a:p>
        </p:txBody>
      </p:sp>
    </p:spTree>
    <p:extLst>
      <p:ext uri="{BB962C8B-B14F-4D97-AF65-F5344CB8AC3E}">
        <p14:creationId xmlns:p14="http://schemas.microsoft.com/office/powerpoint/2010/main" val="4019792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Normlar Hiyerarşisi | Anayasa | Üst Düzey Yönetici Belges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Resim 5"/>
          <p:cNvPicPr>
            <a:picLocks noChangeAspect="1"/>
          </p:cNvPicPr>
          <p:nvPr/>
        </p:nvPicPr>
        <p:blipFill>
          <a:blip r:embed="rId2"/>
          <a:stretch>
            <a:fillRect/>
          </a:stretch>
        </p:blipFill>
        <p:spPr>
          <a:xfrm>
            <a:off x="1480009" y="480767"/>
            <a:ext cx="9002598" cy="5825765"/>
          </a:xfrm>
          <a:prstGeom prst="rect">
            <a:avLst/>
          </a:prstGeom>
        </p:spPr>
      </p:pic>
    </p:spTree>
    <p:extLst>
      <p:ext uri="{BB962C8B-B14F-4D97-AF65-F5344CB8AC3E}">
        <p14:creationId xmlns:p14="http://schemas.microsoft.com/office/powerpoint/2010/main" val="30538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0" y="115889"/>
            <a:ext cx="12191999" cy="706437"/>
          </a:xfrm>
        </p:spPr>
        <p:style>
          <a:lnRef idx="1">
            <a:schemeClr val="accent3"/>
          </a:lnRef>
          <a:fillRef idx="3">
            <a:schemeClr val="accent3"/>
          </a:fillRef>
          <a:effectRef idx="2">
            <a:schemeClr val="accent3"/>
          </a:effectRef>
          <a:fontRef idx="minor">
            <a:schemeClr val="lt1"/>
          </a:fontRef>
        </p:style>
        <p:txBody>
          <a:bodyPr rtlCol="0">
            <a:normAutofit/>
          </a:bodyPr>
          <a:lstStyle/>
          <a:p>
            <a:pPr algn="ctr">
              <a:defRPr/>
            </a:pPr>
            <a:r>
              <a:rPr lang="tr-TR" dirty="0">
                <a:solidFill>
                  <a:schemeClr val="tx1"/>
                </a:solidFill>
              </a:rPr>
              <a:t>HUKUK SİSTEMİ (DALLARI)</a:t>
            </a:r>
          </a:p>
        </p:txBody>
      </p:sp>
      <p:graphicFrame>
        <p:nvGraphicFramePr>
          <p:cNvPr id="5" name="İçerik Yer Tutucusu 4"/>
          <p:cNvGraphicFramePr>
            <a:graphicFrameLocks noGrp="1"/>
          </p:cNvGraphicFramePr>
          <p:nvPr>
            <p:ph idx="1"/>
          </p:nvPr>
        </p:nvGraphicFramePr>
        <p:xfrm>
          <a:off x="1703389" y="981075"/>
          <a:ext cx="8515267" cy="5761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2FCDF8C-FB78-4DD4-AD1C-5C6C6E9C6BE9}"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160608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a:picLocks noChangeAspect="1"/>
          </p:cNvPicPr>
          <p:nvPr/>
        </p:nvPicPr>
        <p:blipFill>
          <a:blip r:embed="rId2"/>
          <a:stretch>
            <a:fillRect/>
          </a:stretch>
        </p:blipFill>
        <p:spPr>
          <a:xfrm>
            <a:off x="1489435" y="641024"/>
            <a:ext cx="9238268" cy="6042580"/>
          </a:xfrm>
          <a:prstGeom prst="rect">
            <a:avLst/>
          </a:prstGeom>
        </p:spPr>
      </p:pic>
    </p:spTree>
    <p:extLst>
      <p:ext uri="{BB962C8B-B14F-4D97-AF65-F5344CB8AC3E}">
        <p14:creationId xmlns:p14="http://schemas.microsoft.com/office/powerpoint/2010/main" val="87250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016919" y="222253"/>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defRPr/>
            </a:pPr>
            <a:r>
              <a:rPr lang="tr-TR" dirty="0">
                <a:solidFill>
                  <a:schemeClr val="tx1"/>
                </a:solidFill>
              </a:rPr>
              <a:t>Anayasa Hukuku</a:t>
            </a:r>
          </a:p>
        </p:txBody>
      </p:sp>
      <p:sp>
        <p:nvSpPr>
          <p:cNvPr id="73730" name="İçerik Yer Tutucusu 2"/>
          <p:cNvSpPr>
            <a:spLocks noGrp="1"/>
          </p:cNvSpPr>
          <p:nvPr>
            <p:ph idx="1"/>
          </p:nvPr>
        </p:nvSpPr>
        <p:spPr>
          <a:xfrm>
            <a:off x="1774825" y="1844365"/>
            <a:ext cx="8713788" cy="5545137"/>
          </a:xfrm>
        </p:spPr>
        <p:txBody>
          <a:bodyPr/>
          <a:lstStyle/>
          <a:p>
            <a:r>
              <a:rPr lang="tr-TR" altLang="tr-TR" dirty="0"/>
              <a:t>Kişi hak ve hürriyetleri ve bunların güvence altına alınmasını,</a:t>
            </a:r>
          </a:p>
          <a:p>
            <a:r>
              <a:rPr lang="tr-TR" altLang="tr-TR" dirty="0"/>
              <a:t>Devletin şekil ve teşkilatlanmasını </a:t>
            </a:r>
          </a:p>
          <a:p>
            <a:r>
              <a:rPr lang="tr-TR" altLang="tr-TR" dirty="0"/>
              <a:t>Devletin yasama yürütme ve yargı organlarının işleyişini düzenler.</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F4F39FD-D021-4AE5-B60C-BDB07E7702A8}"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589511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06981" y="690923"/>
            <a:ext cx="8229600" cy="850900"/>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defRPr/>
            </a:pPr>
            <a:r>
              <a:rPr lang="tr-TR" dirty="0">
                <a:solidFill>
                  <a:schemeClr val="tx1"/>
                </a:solidFill>
              </a:rPr>
              <a:t>İdare Hukuku</a:t>
            </a:r>
          </a:p>
        </p:txBody>
      </p:sp>
      <p:sp>
        <p:nvSpPr>
          <p:cNvPr id="3" name="İçerik Yer Tutucusu 2"/>
          <p:cNvSpPr>
            <a:spLocks noGrp="1"/>
          </p:cNvSpPr>
          <p:nvPr>
            <p:ph idx="1"/>
          </p:nvPr>
        </p:nvSpPr>
        <p:spPr>
          <a:xfrm>
            <a:off x="1737119" y="2299912"/>
            <a:ext cx="8569325" cy="5256213"/>
          </a:xfrm>
        </p:spPr>
        <p:txBody>
          <a:bodyPr rtlCol="0">
            <a:normAutofit/>
          </a:bodyPr>
          <a:lstStyle/>
          <a:p>
            <a:pPr algn="just">
              <a:defRPr/>
            </a:pPr>
            <a:r>
              <a:rPr lang="tr-TR" dirty="0"/>
              <a:t>Devletin yürütme organı içinde yer alan kamu hizmetlerinin görülmesi ile ilgili teşkilatını ve işleyişini, şahısların teşkilat ile olan ilişkilerini ve kamu hizmetlerinin görülmesine dair usul ve esasları düzenleyen hukuk kurallarıdır.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DEEEEA4-A7BA-4F25-8436-C63458B6C3B8}"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133508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15888"/>
            <a:ext cx="8229600" cy="635000"/>
          </a:xfrm>
        </p:spPr>
        <p:style>
          <a:lnRef idx="2">
            <a:schemeClr val="accent3">
              <a:shade val="50000"/>
            </a:schemeClr>
          </a:lnRef>
          <a:fillRef idx="1">
            <a:schemeClr val="accent3"/>
          </a:fillRef>
          <a:effectRef idx="0">
            <a:schemeClr val="accent3"/>
          </a:effectRef>
          <a:fontRef idx="minor">
            <a:schemeClr val="lt1"/>
          </a:fontRef>
        </p:style>
        <p:txBody>
          <a:bodyPr rtlCol="0">
            <a:normAutofit fontScale="90000"/>
          </a:bodyPr>
          <a:lstStyle/>
          <a:p>
            <a:pPr algn="ctr">
              <a:defRPr/>
            </a:pPr>
            <a:r>
              <a:rPr lang="tr-TR" dirty="0">
                <a:solidFill>
                  <a:schemeClr val="tx1"/>
                </a:solidFill>
              </a:rPr>
              <a:t>Ceza Hukuku</a:t>
            </a:r>
          </a:p>
        </p:txBody>
      </p:sp>
      <p:sp>
        <p:nvSpPr>
          <p:cNvPr id="3" name="İçerik Yer Tutucusu 2"/>
          <p:cNvSpPr>
            <a:spLocks noGrp="1"/>
          </p:cNvSpPr>
          <p:nvPr>
            <p:ph idx="1"/>
          </p:nvPr>
        </p:nvSpPr>
        <p:spPr>
          <a:xfrm>
            <a:off x="1775520" y="908720"/>
            <a:ext cx="8640960" cy="5688632"/>
          </a:xfrm>
        </p:spPr>
        <p:txBody>
          <a:bodyPr rtlCol="0">
            <a:normAutofit/>
          </a:bodyPr>
          <a:lstStyle/>
          <a:p>
            <a:pPr>
              <a:defRPr/>
            </a:pPr>
            <a:r>
              <a:rPr lang="tr-TR" sz="2400" dirty="0"/>
              <a:t>Suç teşkil eden eylem ve davranışları, bu eylem ve davranışlarda bulunanlara uygulanacak cezaları düzenleyen hukuk dalıdır</a:t>
            </a:r>
            <a:r>
              <a:rPr lang="tr-TR" dirty="0"/>
              <a:t>.</a:t>
            </a:r>
          </a:p>
          <a:p>
            <a:pPr marL="0" indent="0" algn="ctr">
              <a:buNone/>
              <a:defRPr/>
            </a:pPr>
            <a:endParaRPr lang="tr-TR" b="1" dirty="0">
              <a:ln w="1905"/>
              <a:solidFill>
                <a:srgbClr val="C00000"/>
              </a:solidFill>
              <a:effectLst>
                <a:innerShdw blurRad="69850" dist="43180" dir="5400000">
                  <a:srgbClr val="000000">
                    <a:alpha val="65000"/>
                  </a:srgbClr>
                </a:innerShdw>
              </a:effectLst>
            </a:endParaRPr>
          </a:p>
          <a:p>
            <a:pPr marL="0" indent="0" algn="ctr">
              <a:buNone/>
              <a:defRPr/>
            </a:pPr>
            <a:r>
              <a:rPr lang="tr-TR" b="1" dirty="0">
                <a:ln w="1905"/>
                <a:solidFill>
                  <a:srgbClr val="C00000"/>
                </a:solidFill>
                <a:effectLst>
                  <a:innerShdw blurRad="69850" dist="43180" dir="5400000">
                    <a:srgbClr val="000000">
                      <a:alpha val="65000"/>
                    </a:srgbClr>
                  </a:innerShdw>
                </a:effectLst>
              </a:rPr>
              <a:t>Ceza Hukukuna Hakim Olan İlkeler</a:t>
            </a:r>
          </a:p>
          <a:p>
            <a:pPr>
              <a:buFont typeface="Wingdings" pitchFamily="2" charset="2"/>
              <a:buChar char="Ø"/>
              <a:defRPr/>
            </a:pPr>
            <a:r>
              <a:rPr lang="tr-TR" sz="2000" b="1" dirty="0">
                <a:ln w="1905"/>
                <a:effectLst>
                  <a:innerShdw blurRad="69850" dist="43180" dir="5400000">
                    <a:srgbClr val="000000">
                      <a:alpha val="65000"/>
                    </a:srgbClr>
                  </a:innerShdw>
                </a:effectLst>
              </a:rPr>
              <a:t>Kanunun açıkça suç saymadığı bir fiil için kimseye ceza verilemez ve güvenlik tedbiri uygulanamaz. (</a:t>
            </a:r>
            <a:r>
              <a:rPr lang="tr-TR" sz="2000" b="1" dirty="0">
                <a:ln w="1905"/>
                <a:solidFill>
                  <a:srgbClr val="C00000"/>
                </a:solidFill>
                <a:effectLst>
                  <a:innerShdw blurRad="69850" dist="43180" dir="5400000">
                    <a:srgbClr val="000000">
                      <a:alpha val="65000"/>
                    </a:srgbClr>
                  </a:innerShdw>
                </a:effectLst>
              </a:rPr>
              <a:t>suçta ve cezada kanunilik ilkesi</a:t>
            </a:r>
            <a:r>
              <a:rPr lang="tr-TR" sz="2000" b="1" dirty="0">
                <a:ln w="1905"/>
                <a:effectLst>
                  <a:innerShdw blurRad="69850" dist="43180" dir="5400000">
                    <a:srgbClr val="000000">
                      <a:alpha val="65000"/>
                    </a:srgbClr>
                  </a:innerShdw>
                </a:effectLst>
              </a:rPr>
              <a:t>)</a:t>
            </a:r>
            <a:endParaRPr lang="tr-TR" sz="2000" dirty="0">
              <a:ln w="1905"/>
              <a:effectLst>
                <a:innerShdw blurRad="69850" dist="43180" dir="5400000">
                  <a:srgbClr val="000000">
                    <a:alpha val="65000"/>
                  </a:srgbClr>
                </a:innerShdw>
              </a:effectLst>
            </a:endParaRPr>
          </a:p>
          <a:p>
            <a:pPr>
              <a:buFont typeface="Wingdings" pitchFamily="2" charset="2"/>
              <a:buChar char="Ø"/>
              <a:defRPr/>
            </a:pPr>
            <a:r>
              <a:rPr lang="tr-TR" sz="2000" b="1" dirty="0">
                <a:ln w="1905"/>
                <a:effectLst>
                  <a:innerShdw blurRad="69850" dist="43180" dir="5400000">
                    <a:srgbClr val="000000">
                      <a:alpha val="65000"/>
                    </a:srgbClr>
                  </a:innerShdw>
                </a:effectLst>
              </a:rPr>
              <a:t>Suç işleyen kişi hakkında işlenen fiilin ağırlığıyla orantılı ceza ve güvenlik tedbirine hükmolunur. (</a:t>
            </a:r>
            <a:r>
              <a:rPr lang="tr-TR" sz="2000" b="1" dirty="0">
                <a:ln w="1905"/>
                <a:solidFill>
                  <a:srgbClr val="C00000"/>
                </a:solidFill>
                <a:effectLst>
                  <a:innerShdw blurRad="69850" dist="43180" dir="5400000">
                    <a:srgbClr val="000000">
                      <a:alpha val="65000"/>
                    </a:srgbClr>
                  </a:innerShdw>
                </a:effectLst>
              </a:rPr>
              <a:t>Ölçülülük ilkesi</a:t>
            </a:r>
            <a:r>
              <a:rPr lang="tr-TR" sz="2000" b="1" dirty="0">
                <a:ln w="1905"/>
                <a:effectLst>
                  <a:innerShdw blurRad="69850" dist="43180" dir="5400000">
                    <a:srgbClr val="000000">
                      <a:alpha val="65000"/>
                    </a:srgbClr>
                  </a:innerShdw>
                </a:effectLst>
              </a:rPr>
              <a:t>)</a:t>
            </a:r>
          </a:p>
          <a:p>
            <a:pPr>
              <a:buFont typeface="Wingdings" pitchFamily="2" charset="2"/>
              <a:buChar char="Ø"/>
              <a:defRPr/>
            </a:pPr>
            <a:r>
              <a:rPr lang="tr-TR" sz="2000" b="1" dirty="0">
                <a:ln w="1905"/>
                <a:effectLst>
                  <a:innerShdw blurRad="69850" dist="43180" dir="5400000">
                    <a:srgbClr val="000000">
                      <a:alpha val="65000"/>
                    </a:srgbClr>
                  </a:innerShdw>
                </a:effectLst>
              </a:rPr>
              <a:t>Kişiler arasında ayrım yapılamaz ve hiçbir kimseye ayrıcalık tanınamaz.(</a:t>
            </a:r>
            <a:r>
              <a:rPr lang="tr-TR" sz="2000" b="1" dirty="0">
                <a:ln w="1905"/>
                <a:solidFill>
                  <a:srgbClr val="C00000"/>
                </a:solidFill>
                <a:effectLst>
                  <a:innerShdw blurRad="69850" dist="43180" dir="5400000">
                    <a:srgbClr val="000000">
                      <a:alpha val="65000"/>
                    </a:srgbClr>
                  </a:innerShdw>
                </a:effectLst>
              </a:rPr>
              <a:t>adalet ve kanun önünde eşitlik ilkesi)</a:t>
            </a:r>
          </a:p>
          <a:p>
            <a:pPr>
              <a:buFont typeface="Wingdings" pitchFamily="2" charset="2"/>
              <a:buChar char="Ø"/>
              <a:defRPr/>
            </a:pPr>
            <a:r>
              <a:rPr lang="tr-TR" sz="2000" b="1" dirty="0">
                <a:ln w="1905"/>
                <a:effectLst>
                  <a:innerShdw blurRad="69850" dist="43180" dir="5400000">
                    <a:srgbClr val="000000">
                      <a:alpha val="65000"/>
                    </a:srgbClr>
                  </a:innerShdw>
                </a:effectLst>
              </a:rPr>
              <a:t>Ceza kanunlarını bilmemek mazeret sayılmaz. (</a:t>
            </a:r>
            <a:r>
              <a:rPr lang="tr-TR" sz="2000" b="1" dirty="0">
                <a:ln w="1905"/>
                <a:solidFill>
                  <a:srgbClr val="C00000"/>
                </a:solidFill>
                <a:effectLst>
                  <a:innerShdw blurRad="69850" dist="43180" dir="5400000">
                    <a:srgbClr val="000000">
                      <a:alpha val="65000"/>
                    </a:srgbClr>
                  </a:innerShdw>
                </a:effectLst>
              </a:rPr>
              <a:t>kanunların bağlayıcılığı ilkesi</a:t>
            </a:r>
            <a:r>
              <a:rPr lang="tr-TR" sz="2000" b="1" dirty="0">
                <a:ln w="1905"/>
                <a:effectLst>
                  <a:innerShdw blurRad="69850" dist="43180" dir="5400000">
                    <a:srgbClr val="000000">
                      <a:alpha val="65000"/>
                    </a:srgbClr>
                  </a:innerShdw>
                </a:effectLst>
              </a:rPr>
              <a:t>)</a:t>
            </a:r>
          </a:p>
          <a:p>
            <a:pPr>
              <a:buFont typeface="Wingdings" pitchFamily="2" charset="2"/>
              <a:buChar char="Ø"/>
              <a:defRPr/>
            </a:pPr>
            <a:r>
              <a:rPr lang="tr-TR" sz="2000" b="1" dirty="0">
                <a:ln w="1905"/>
                <a:effectLst>
                  <a:innerShdw blurRad="69850" dist="43180" dir="5400000">
                    <a:srgbClr val="000000">
                      <a:alpha val="65000"/>
                    </a:srgbClr>
                  </a:innerShdw>
                </a:effectLst>
              </a:rPr>
              <a:t>Ceza sorumluluğu şahsidir. Kimse başkasının fiilinden dolayı sorumlu tutulamaz. (</a:t>
            </a:r>
            <a:r>
              <a:rPr lang="tr-TR" sz="2000" b="1" dirty="0">
                <a:ln w="1905"/>
                <a:solidFill>
                  <a:srgbClr val="C00000"/>
                </a:solidFill>
                <a:effectLst>
                  <a:innerShdw blurRad="69850" dist="43180" dir="5400000">
                    <a:srgbClr val="000000">
                      <a:alpha val="65000"/>
                    </a:srgbClr>
                  </a:innerShdw>
                </a:effectLst>
              </a:rPr>
              <a:t>cezaların şahsiliği ilkesi</a:t>
            </a:r>
            <a:r>
              <a:rPr lang="tr-TR" sz="2000" b="1" dirty="0">
                <a:ln w="1905"/>
                <a:effectLst>
                  <a:innerShdw blurRad="69850" dist="43180" dir="5400000">
                    <a:srgbClr val="000000">
                      <a:alpha val="65000"/>
                    </a:srgbClr>
                  </a:innerShdw>
                </a:effectLst>
              </a:rPr>
              <a:t>)</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996720C-3AB2-4F68-9A11-9D6FCAF76DB6}"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255188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88914"/>
            <a:ext cx="8229600" cy="7191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dirty="0">
                <a:solidFill>
                  <a:schemeClr val="tx1"/>
                </a:solidFill>
              </a:rPr>
              <a:t>  Vergi Hukuku</a:t>
            </a:r>
          </a:p>
        </p:txBody>
      </p:sp>
      <p:sp>
        <p:nvSpPr>
          <p:cNvPr id="90114" name="İçerik Yer Tutucusu 2"/>
          <p:cNvSpPr>
            <a:spLocks noGrp="1"/>
          </p:cNvSpPr>
          <p:nvPr>
            <p:ph idx="1"/>
          </p:nvPr>
        </p:nvSpPr>
        <p:spPr>
          <a:xfrm>
            <a:off x="1703389" y="908050"/>
            <a:ext cx="8713787" cy="5761038"/>
          </a:xfrm>
        </p:spPr>
        <p:txBody>
          <a:bodyPr/>
          <a:lstStyle/>
          <a:p>
            <a:pPr marL="0" indent="0">
              <a:buNone/>
            </a:pPr>
            <a:r>
              <a:rPr lang="tr-TR" altLang="tr-TR" dirty="0"/>
              <a:t>Devlet ve kişiler arasındaki;</a:t>
            </a:r>
          </a:p>
          <a:p>
            <a:pPr>
              <a:buFont typeface="Wingdings" panose="05000000000000000000" pitchFamily="2" charset="2"/>
              <a:buChar char="Ø"/>
            </a:pPr>
            <a:r>
              <a:rPr lang="tr-TR" altLang="tr-TR" dirty="0"/>
              <a:t>Vergi hak ve ödevlerini,</a:t>
            </a:r>
          </a:p>
          <a:p>
            <a:pPr>
              <a:buFont typeface="Wingdings" panose="05000000000000000000" pitchFamily="2" charset="2"/>
              <a:buChar char="Ø"/>
            </a:pPr>
            <a:r>
              <a:rPr lang="tr-TR" altLang="tr-TR" dirty="0"/>
              <a:t>Vergi tahsilini</a:t>
            </a:r>
          </a:p>
          <a:p>
            <a:pPr>
              <a:buFont typeface="Wingdings" panose="05000000000000000000" pitchFamily="2" charset="2"/>
              <a:buChar char="Ø"/>
            </a:pPr>
            <a:r>
              <a:rPr lang="tr-TR" altLang="tr-TR" dirty="0"/>
              <a:t>Vergiye konu olan olayları düzenler.</a:t>
            </a:r>
          </a:p>
          <a:p>
            <a:pPr marL="457200" lvl="1" indent="0">
              <a:buNone/>
            </a:pPr>
            <a:endParaRPr lang="tr-TR" altLang="tr-TR" b="1" dirty="0">
              <a:solidFill>
                <a:srgbClr val="002060"/>
              </a:solidFill>
            </a:endParaRPr>
          </a:p>
        </p:txBody>
      </p:sp>
      <p:sp>
        <p:nvSpPr>
          <p:cNvPr id="5" name="Slayt Numarası Yer Tutucusu 4"/>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2C60A76-7BD2-49F6-B70F-15BAF7D538AD}"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graphicFrame>
        <p:nvGraphicFramePr>
          <p:cNvPr id="4" name="Diyagram 3"/>
          <p:cNvGraphicFramePr/>
          <p:nvPr/>
        </p:nvGraphicFramePr>
        <p:xfrm>
          <a:off x="1847528" y="3356992"/>
          <a:ext cx="8064896" cy="33569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2900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88913"/>
            <a:ext cx="8229600" cy="792162"/>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sz="3600" b="1" dirty="0">
                <a:solidFill>
                  <a:schemeClr val="tx1"/>
                </a:solidFill>
              </a:rPr>
              <a:t>Devletler Genel Hukuku</a:t>
            </a:r>
          </a:p>
        </p:txBody>
      </p:sp>
      <p:sp>
        <p:nvSpPr>
          <p:cNvPr id="91138" name="İçerik Yer Tutucusu 2"/>
          <p:cNvSpPr>
            <a:spLocks noGrp="1"/>
          </p:cNvSpPr>
          <p:nvPr>
            <p:ph idx="1"/>
          </p:nvPr>
        </p:nvSpPr>
        <p:spPr>
          <a:xfrm>
            <a:off x="1750219" y="1838915"/>
            <a:ext cx="8713787" cy="5616575"/>
          </a:xfrm>
        </p:spPr>
        <p:txBody>
          <a:bodyPr/>
          <a:lstStyle/>
          <a:p>
            <a:r>
              <a:rPr lang="tr-TR" altLang="tr-TR"/>
              <a:t>Devlet ile devlet,</a:t>
            </a:r>
          </a:p>
          <a:p>
            <a:r>
              <a:rPr lang="tr-TR" altLang="tr-TR"/>
              <a:t>Devlet ile uluslararası kuruluşlar</a:t>
            </a:r>
          </a:p>
          <a:p>
            <a:r>
              <a:rPr lang="tr-TR" altLang="tr-TR"/>
              <a:t>Uluslararası kuruluşlar ile uluslararası kuruluşlar arasındaki ilişkiyi düzenler.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EC927BA-153A-43DD-88A3-FE3D01009B45}"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784578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26325" y="398463"/>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b="1" dirty="0">
                <a:solidFill>
                  <a:schemeClr val="tx1"/>
                </a:solidFill>
              </a:rPr>
              <a:t>İcra ve İflas Hukuku</a:t>
            </a:r>
          </a:p>
        </p:txBody>
      </p:sp>
      <p:sp>
        <p:nvSpPr>
          <p:cNvPr id="93186" name="İçerik Yer Tutucusu 2"/>
          <p:cNvSpPr>
            <a:spLocks noGrp="1"/>
          </p:cNvSpPr>
          <p:nvPr>
            <p:ph idx="1"/>
          </p:nvPr>
        </p:nvSpPr>
        <p:spPr>
          <a:xfrm>
            <a:off x="1786732" y="1678660"/>
            <a:ext cx="8640762" cy="5616575"/>
          </a:xfrm>
        </p:spPr>
        <p:txBody>
          <a:bodyPr/>
          <a:lstStyle/>
          <a:p>
            <a:pPr algn="just"/>
            <a:r>
              <a:rPr lang="tr-TR" altLang="tr-TR" dirty="0"/>
              <a:t>Kendi istekleri ile borçlarını ve sorumluluklarını yerine getirmeyenlerin nasıl bir muameleye tabi tutulacağını, mahkemelerce verilen kararların yerine getirilmemesi durumunda yapılması gerekenleri düzenler.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50B37D5-21BA-4FF3-A848-431BB31FBDB6}"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732942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08969" y="627857"/>
            <a:ext cx="8229600" cy="706437"/>
          </a:xfrm>
        </p:spPr>
        <p:txBody>
          <a:bodyPr rtlCol="0">
            <a:normAutofit/>
          </a:bodyPr>
          <a:lstStyle/>
          <a:p>
            <a:pPr algn="ctr">
              <a:defRPr/>
            </a:pPr>
            <a:r>
              <a:rPr lang="tr-TR" sz="3600" b="1" dirty="0">
                <a:latin typeface="+mn-lt"/>
              </a:rPr>
              <a:t>Özel Hukuk </a:t>
            </a:r>
          </a:p>
        </p:txBody>
      </p:sp>
      <p:graphicFrame>
        <p:nvGraphicFramePr>
          <p:cNvPr id="4" name="İçerik Yer Tutucusu 3"/>
          <p:cNvGraphicFramePr>
            <a:graphicFrameLocks noGrp="1"/>
          </p:cNvGraphicFramePr>
          <p:nvPr>
            <p:ph idx="1"/>
          </p:nvPr>
        </p:nvGraphicFramePr>
        <p:xfrm>
          <a:off x="1769376" y="1245027"/>
          <a:ext cx="8640762" cy="38160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ayt Numarası Yer Tutucusu 2"/>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E57A082-5188-4E91-8821-497FD487A60B}"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775727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15889"/>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dirty="0">
                <a:solidFill>
                  <a:schemeClr val="tx1"/>
                </a:solidFill>
              </a:rPr>
              <a:t>Medeni Hukuk</a:t>
            </a:r>
          </a:p>
        </p:txBody>
      </p:sp>
      <p:graphicFrame>
        <p:nvGraphicFramePr>
          <p:cNvPr id="4" name="İçerik Yer Tutucusu 3"/>
          <p:cNvGraphicFramePr>
            <a:graphicFrameLocks noGrp="1"/>
          </p:cNvGraphicFramePr>
          <p:nvPr>
            <p:ph idx="1"/>
          </p:nvPr>
        </p:nvGraphicFramePr>
        <p:xfrm>
          <a:off x="1786732" y="1546685"/>
          <a:ext cx="8640762" cy="5616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ayt Numarası Yer Tutucusu 2"/>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9CB86E0-7954-434D-A7EC-D653F1775923}"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20854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15888"/>
            <a:ext cx="8229600" cy="850900"/>
          </a:xfrm>
        </p:spPr>
        <p:style>
          <a:lnRef idx="2">
            <a:schemeClr val="accent3">
              <a:shade val="50000"/>
            </a:schemeClr>
          </a:lnRef>
          <a:fillRef idx="1">
            <a:schemeClr val="accent3"/>
          </a:fillRef>
          <a:effectRef idx="0">
            <a:schemeClr val="accent3"/>
          </a:effectRef>
          <a:fontRef idx="minor">
            <a:schemeClr val="lt1"/>
          </a:fontRef>
        </p:style>
        <p:txBody>
          <a:bodyPr rtlCol="0">
            <a:normAutofit fontScale="90000"/>
          </a:bodyPr>
          <a:lstStyle/>
          <a:p>
            <a:pPr>
              <a:defRPr/>
            </a:pPr>
            <a:r>
              <a:rPr lang="tr-TR" dirty="0">
                <a:solidFill>
                  <a:schemeClr val="tx1"/>
                </a:solidFill>
              </a:rPr>
              <a:t>Medeni Hukukta Geçerli Olan İlkeler</a:t>
            </a:r>
          </a:p>
        </p:txBody>
      </p:sp>
      <p:graphicFrame>
        <p:nvGraphicFramePr>
          <p:cNvPr id="5" name="İçerik Yer Tutucusu 4"/>
          <p:cNvGraphicFramePr>
            <a:graphicFrameLocks noGrp="1"/>
          </p:cNvGraphicFramePr>
          <p:nvPr>
            <p:ph idx="1"/>
          </p:nvPr>
        </p:nvGraphicFramePr>
        <p:xfrm>
          <a:off x="1774825" y="1125538"/>
          <a:ext cx="8642350" cy="5472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ayt Numarası Yer Tutucusu 2"/>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55AB5BD9-5742-40A3-8925-FB29FAE6EB51}"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758159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752600" y="751681"/>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b="1" dirty="0">
                <a:solidFill>
                  <a:schemeClr val="tx1"/>
                </a:solidFill>
              </a:rPr>
              <a:t>Devletler Özel Hukuku</a:t>
            </a:r>
          </a:p>
        </p:txBody>
      </p:sp>
      <p:sp>
        <p:nvSpPr>
          <p:cNvPr id="97282" name="İçerik Yer Tutucusu 2"/>
          <p:cNvSpPr>
            <a:spLocks noGrp="1"/>
          </p:cNvSpPr>
          <p:nvPr>
            <p:ph idx="1"/>
          </p:nvPr>
        </p:nvSpPr>
        <p:spPr>
          <a:xfrm>
            <a:off x="1656254" y="2018024"/>
            <a:ext cx="8640762" cy="5616575"/>
          </a:xfrm>
        </p:spPr>
        <p:txBody>
          <a:bodyPr/>
          <a:lstStyle/>
          <a:p>
            <a:r>
              <a:rPr lang="tr-TR" altLang="tr-TR" dirty="0"/>
              <a:t>Farklı milletlerden olan bireylerin: </a:t>
            </a:r>
          </a:p>
          <a:p>
            <a:pPr lvl="1"/>
            <a:r>
              <a:rPr lang="tr-TR" altLang="tr-TR" dirty="0"/>
              <a:t>İlişkilerini </a:t>
            </a:r>
          </a:p>
          <a:p>
            <a:pPr lvl="1"/>
            <a:r>
              <a:rPr lang="tr-TR" altLang="tr-TR" dirty="0"/>
              <a:t>Hukuki statülerini ve</a:t>
            </a:r>
          </a:p>
          <a:p>
            <a:pPr lvl="1"/>
            <a:r>
              <a:rPr lang="tr-TR" altLang="tr-TR" dirty="0"/>
              <a:t>Aralarındaki uyuşmazlıklarında hangi ülkelerin hukuk kurallarının uygulanacağını düzenler</a:t>
            </a:r>
            <a:r>
              <a:rPr lang="tr-TR" altLang="tr-TR" dirty="0">
                <a:solidFill>
                  <a:srgbClr val="002060"/>
                </a:solidFill>
              </a:rPr>
              <a:t>.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946F9E9-99BA-4A63-950C-4220391C5BF7}"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675277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15889"/>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dirty="0">
                <a:solidFill>
                  <a:schemeClr val="tx1"/>
                </a:solidFill>
              </a:rPr>
              <a:t>Ticaret Hukuku </a:t>
            </a:r>
          </a:p>
        </p:txBody>
      </p:sp>
      <p:sp>
        <p:nvSpPr>
          <p:cNvPr id="98306" name="İçerik Yer Tutucusu 2"/>
          <p:cNvSpPr>
            <a:spLocks noGrp="1"/>
          </p:cNvSpPr>
          <p:nvPr>
            <p:ph idx="1"/>
          </p:nvPr>
        </p:nvSpPr>
        <p:spPr>
          <a:xfrm>
            <a:off x="1786732" y="1763500"/>
            <a:ext cx="8640762" cy="5616575"/>
          </a:xfrm>
        </p:spPr>
        <p:txBody>
          <a:bodyPr/>
          <a:lstStyle/>
          <a:p>
            <a:r>
              <a:rPr lang="tr-TR" altLang="tr-TR" dirty="0"/>
              <a:t>Kişiler arasındaki ticari ilişkileri düzenler.</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3B9E7E-CA3D-4BA1-9F58-1328B06D7F0E}"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94117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786732" y="549522"/>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dirty="0">
                <a:solidFill>
                  <a:schemeClr val="tx1"/>
                </a:solidFill>
              </a:rPr>
              <a:t>Borçlar Hukuku</a:t>
            </a:r>
          </a:p>
        </p:txBody>
      </p:sp>
      <p:sp>
        <p:nvSpPr>
          <p:cNvPr id="99330" name="İçerik Yer Tutucusu 2"/>
          <p:cNvSpPr>
            <a:spLocks noGrp="1"/>
          </p:cNvSpPr>
          <p:nvPr>
            <p:ph idx="1"/>
          </p:nvPr>
        </p:nvSpPr>
        <p:spPr>
          <a:xfrm>
            <a:off x="1786732" y="1631525"/>
            <a:ext cx="8640762" cy="5616575"/>
          </a:xfrm>
        </p:spPr>
        <p:txBody>
          <a:bodyPr/>
          <a:lstStyle/>
          <a:p>
            <a:r>
              <a:rPr lang="tr-TR" altLang="tr-TR" dirty="0"/>
              <a:t>Kişiler arası borç ilişkilerini düzenler.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910E2AE-223B-4E27-B493-53E3A3288E74}"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048756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115889"/>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defRPr/>
            </a:pPr>
            <a:r>
              <a:rPr lang="tr-TR" dirty="0">
                <a:solidFill>
                  <a:schemeClr val="tx1"/>
                </a:solidFill>
              </a:rPr>
              <a:t>Hak Kavramı</a:t>
            </a:r>
          </a:p>
        </p:txBody>
      </p:sp>
      <p:sp>
        <p:nvSpPr>
          <p:cNvPr id="3" name="İçerik Yer Tutucusu 2"/>
          <p:cNvSpPr>
            <a:spLocks noGrp="1"/>
          </p:cNvSpPr>
          <p:nvPr>
            <p:ph idx="1"/>
          </p:nvPr>
        </p:nvSpPr>
        <p:spPr>
          <a:xfrm>
            <a:off x="1703388" y="981076"/>
            <a:ext cx="8640762" cy="5616575"/>
          </a:xfrm>
        </p:spPr>
        <p:txBody>
          <a:bodyPr rtlCol="0">
            <a:normAutofit/>
          </a:bodyPr>
          <a:lstStyle/>
          <a:p>
            <a:pPr algn="just">
              <a:defRPr/>
            </a:pPr>
            <a:r>
              <a:rPr lang="tr-TR" sz="2400" dirty="0"/>
              <a:t>Hak kavramı, hukuk düzeninin kişilere tanıdığı yetkilere ve kişilerin hukuk düzeni tarafından korunan menfaatlerine denir. Hukuk kelimesi de hak kelimesinden türetilmiştir.</a:t>
            </a:r>
            <a:r>
              <a:rPr lang="tr-TR" sz="2400" dirty="0">
                <a:solidFill>
                  <a:srgbClr val="002060"/>
                </a:solidFill>
              </a:rPr>
              <a:t>. </a:t>
            </a:r>
          </a:p>
          <a:p>
            <a:pPr marL="0" indent="0">
              <a:buNone/>
              <a:defRPr/>
            </a:pPr>
            <a:endParaRPr lang="tr-TR" dirty="0">
              <a:solidFill>
                <a:srgbClr val="002060"/>
              </a:solidFill>
            </a:endParaRPr>
          </a:p>
        </p:txBody>
      </p:sp>
      <p:sp>
        <p:nvSpPr>
          <p:cNvPr id="5" name="Slayt Numarası Yer Tutucusu 4"/>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4A7C72D-0E22-400A-AEFD-E297092E89E9}"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graphicFrame>
        <p:nvGraphicFramePr>
          <p:cNvPr id="4" name="Diyagram 3"/>
          <p:cNvGraphicFramePr/>
          <p:nvPr/>
        </p:nvGraphicFramePr>
        <p:xfrm>
          <a:off x="1919536" y="2492896"/>
          <a:ext cx="8064896" cy="3775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4920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pPr algn="ctr"/>
            <a:r>
              <a:rPr lang="tr-TR" b="1" dirty="0"/>
              <a:t>Hakları Doğuran Olgular</a:t>
            </a:r>
          </a:p>
        </p:txBody>
      </p:sp>
      <p:sp>
        <p:nvSpPr>
          <p:cNvPr id="3" name="İçerik Yer Tutucusu 2"/>
          <p:cNvSpPr>
            <a:spLocks noGrp="1"/>
          </p:cNvSpPr>
          <p:nvPr>
            <p:ph idx="1"/>
          </p:nvPr>
        </p:nvSpPr>
        <p:spPr/>
        <p:txBody>
          <a:bodyPr/>
          <a:lstStyle/>
          <a:p>
            <a:r>
              <a:rPr lang="tr-TR" dirty="0"/>
              <a:t>Hukuki Olay</a:t>
            </a:r>
          </a:p>
          <a:p>
            <a:pPr marL="0" indent="0">
              <a:buNone/>
            </a:pPr>
            <a:endParaRPr lang="tr-TR" dirty="0"/>
          </a:p>
          <a:p>
            <a:r>
              <a:rPr lang="tr-TR" dirty="0"/>
              <a:t>Hukuki Fiil </a:t>
            </a:r>
          </a:p>
          <a:p>
            <a:pPr marL="0" indent="0">
              <a:buNone/>
            </a:pPr>
            <a:endParaRPr lang="tr-TR" dirty="0"/>
          </a:p>
          <a:p>
            <a:r>
              <a:rPr lang="tr-TR" dirty="0"/>
              <a:t>Hukuki İşlem</a:t>
            </a:r>
          </a:p>
        </p:txBody>
      </p:sp>
    </p:spTree>
    <p:extLst>
      <p:ext uri="{BB962C8B-B14F-4D97-AF65-F5344CB8AC3E}">
        <p14:creationId xmlns:p14="http://schemas.microsoft.com/office/powerpoint/2010/main" val="1977490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92313" y="917168"/>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b="1" dirty="0">
                <a:solidFill>
                  <a:schemeClr val="tx1"/>
                </a:solidFill>
              </a:rPr>
              <a:t>1.Hukuki Olay</a:t>
            </a:r>
          </a:p>
        </p:txBody>
      </p:sp>
      <p:sp>
        <p:nvSpPr>
          <p:cNvPr id="113666" name="İçerik Yer Tutucusu 2"/>
          <p:cNvSpPr>
            <a:spLocks noGrp="1"/>
          </p:cNvSpPr>
          <p:nvPr>
            <p:ph idx="1"/>
          </p:nvPr>
        </p:nvSpPr>
        <p:spPr>
          <a:xfrm>
            <a:off x="1786732" y="2621340"/>
            <a:ext cx="8640762" cy="5616575"/>
          </a:xfrm>
        </p:spPr>
        <p:txBody>
          <a:bodyPr/>
          <a:lstStyle/>
          <a:p>
            <a:pPr algn="just"/>
            <a:r>
              <a:rPr lang="tr-TR" altLang="tr-TR" dirty="0"/>
              <a:t>Kişinin iradesi ile gerçekleşip gerçekleşmediğine bakılmaksızın kendisine hukuki sonuç bağlanmış olaylardır. </a:t>
            </a:r>
          </a:p>
          <a:p>
            <a:pPr algn="just"/>
            <a:r>
              <a:rPr lang="tr-TR" altLang="tr-TR" dirty="0"/>
              <a:t>Doğum ve ölüm hukuki olaya örnektir.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11783EF-AD1C-4C8B-89C2-5EF08AF9B5A0}"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019587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067728" y="1360227"/>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b="1" dirty="0">
                <a:solidFill>
                  <a:schemeClr val="tx1"/>
                </a:solidFill>
              </a:rPr>
              <a:t>2.Hukuki Fiil</a:t>
            </a:r>
          </a:p>
        </p:txBody>
      </p:sp>
      <p:sp>
        <p:nvSpPr>
          <p:cNvPr id="114690" name="İçerik Yer Tutucusu 2"/>
          <p:cNvSpPr>
            <a:spLocks noGrp="1"/>
          </p:cNvSpPr>
          <p:nvPr>
            <p:ph idx="1"/>
          </p:nvPr>
        </p:nvSpPr>
        <p:spPr>
          <a:xfrm>
            <a:off x="1786732" y="2866436"/>
            <a:ext cx="8640762" cy="5616575"/>
          </a:xfrm>
        </p:spPr>
        <p:txBody>
          <a:bodyPr/>
          <a:lstStyle/>
          <a:p>
            <a:pPr algn="just"/>
            <a:r>
              <a:rPr lang="tr-TR" altLang="tr-TR" dirty="0"/>
              <a:t>Kişinin iradesi ile gerçekleşen ve hukuki sonuç doğuran olaylardır. </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21D744E-48DD-4A50-9F58-A445D4866E88}"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13994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775520" y="1196752"/>
            <a:ext cx="8712968" cy="5400600"/>
          </a:xfrm>
        </p:spPr>
        <p:txBody>
          <a:bodyPr>
            <a:normAutofit/>
          </a:bodyPr>
          <a:lstStyle/>
          <a:p>
            <a:pPr>
              <a:buFont typeface="Wingdings" pitchFamily="2" charset="2"/>
              <a:buChar char="Ø"/>
            </a:pPr>
            <a:r>
              <a:rPr lang="tr-TR" dirty="0"/>
              <a:t> Hukuki fiiller; insan iradesinden veya hareketlerinden meydana gelen hukuki olaylardır.</a:t>
            </a:r>
          </a:p>
          <a:p>
            <a:pPr>
              <a:buNone/>
            </a:pPr>
            <a:endParaRPr lang="tr-TR" dirty="0"/>
          </a:p>
          <a:p>
            <a:pPr>
              <a:buFont typeface="Wingdings" pitchFamily="2" charset="2"/>
              <a:buChar char="Ø"/>
            </a:pPr>
            <a:r>
              <a:rPr lang="tr-TR" dirty="0"/>
              <a:t>Burada insan iradesine bağlanan bir hukuki sonuç vardır.</a:t>
            </a:r>
          </a:p>
          <a:p>
            <a:pPr>
              <a:buNone/>
            </a:pPr>
            <a:endParaRPr lang="tr-TR" dirty="0"/>
          </a:p>
          <a:p>
            <a:pPr>
              <a:buFont typeface="Wingdings" pitchFamily="2" charset="2"/>
              <a:buChar char="Ø"/>
            </a:pPr>
            <a:r>
              <a:rPr lang="tr-TR" dirty="0"/>
              <a:t>Hukuki fiillerde, fiil iradidir.</a:t>
            </a:r>
          </a:p>
          <a:p>
            <a:pPr>
              <a:buFont typeface="Wingdings" pitchFamily="2" charset="2"/>
              <a:buChar char="Ø"/>
            </a:pPr>
            <a:r>
              <a:rPr lang="tr-TR" dirty="0"/>
              <a:t>Ama sonuç, her zaman istenen bir sonuç olmayabilir.</a:t>
            </a:r>
          </a:p>
          <a:p>
            <a:pPr>
              <a:buNone/>
            </a:pPr>
            <a:endParaRPr lang="tr-TR" dirty="0"/>
          </a:p>
          <a:p>
            <a:pPr>
              <a:buFont typeface="Wingdings" pitchFamily="2" charset="2"/>
              <a:buChar char="Ø"/>
            </a:pPr>
            <a:r>
              <a:rPr lang="tr-TR" dirty="0"/>
              <a:t>Hukuki fiiller kendi içinde; “hukuka aykırı fiiller” ve “hukuka uygun fiiller” olarak ikiye ayrılır.</a:t>
            </a:r>
          </a:p>
        </p:txBody>
      </p:sp>
      <p:sp>
        <p:nvSpPr>
          <p:cNvPr id="4" name="3 Slayt Numarası Yer Tutucusu"/>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81A00-2565-4FF7-BB12-FF7935C5A29E}" type="slidenum">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7503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739516" y="602863"/>
            <a:ext cx="8712968" cy="6118611"/>
          </a:xfrm>
        </p:spPr>
        <p:txBody>
          <a:bodyPr>
            <a:normAutofit fontScale="55000" lnSpcReduction="20000"/>
          </a:bodyPr>
          <a:lstStyle/>
          <a:p>
            <a:pPr algn="ctr">
              <a:lnSpc>
                <a:spcPct val="150000"/>
              </a:lnSpc>
              <a:buNone/>
            </a:pPr>
            <a:endParaRPr lang="tr-TR" dirty="0"/>
          </a:p>
          <a:p>
            <a:pPr algn="ctr">
              <a:lnSpc>
                <a:spcPct val="150000"/>
              </a:lnSpc>
              <a:buNone/>
            </a:pPr>
            <a:r>
              <a:rPr lang="tr-TR" sz="4400" b="1" dirty="0">
                <a:solidFill>
                  <a:srgbClr val="C00000"/>
                </a:solidFill>
              </a:rPr>
              <a:t>Hukuka aykırı fiiller, kişilerin hukuk düzenine aykırı olan fiillerdir.</a:t>
            </a:r>
          </a:p>
          <a:p>
            <a:pPr>
              <a:lnSpc>
                <a:spcPct val="150000"/>
              </a:lnSpc>
              <a:buNone/>
            </a:pPr>
            <a:endParaRPr lang="tr-TR" sz="3800" dirty="0"/>
          </a:p>
          <a:p>
            <a:pPr>
              <a:lnSpc>
                <a:spcPct val="150000"/>
              </a:lnSpc>
              <a:buFont typeface="Wingdings" pitchFamily="2" charset="2"/>
              <a:buChar char="§"/>
            </a:pPr>
            <a:r>
              <a:rPr lang="tr-TR" sz="4400" dirty="0"/>
              <a:t>Bunlardan bir kısmı, kusurlu bir davranış ile başkasına zarar veren fiillerdir.</a:t>
            </a:r>
            <a:endParaRPr lang="tr-TR" sz="3800" dirty="0"/>
          </a:p>
          <a:p>
            <a:pPr>
              <a:lnSpc>
                <a:spcPct val="150000"/>
              </a:lnSpc>
              <a:buFont typeface="Wingdings" pitchFamily="2" charset="2"/>
              <a:buChar char="§"/>
            </a:pPr>
            <a:r>
              <a:rPr lang="tr-TR" sz="4400" dirty="0"/>
              <a:t>Ceza hukukunda bu türler fiillere “suç (cürüm veya kabahat)” denir.</a:t>
            </a:r>
          </a:p>
          <a:p>
            <a:pPr lvl="1">
              <a:lnSpc>
                <a:spcPct val="150000"/>
              </a:lnSpc>
              <a:buFont typeface="Wingdings" pitchFamily="2" charset="2"/>
              <a:buChar char="§"/>
            </a:pPr>
            <a:r>
              <a:rPr lang="tr-TR" sz="4400" dirty="0"/>
              <a:t>Örn. Bir kişinin diğer kişiyi öldürmesi.</a:t>
            </a:r>
          </a:p>
          <a:p>
            <a:pPr>
              <a:lnSpc>
                <a:spcPct val="150000"/>
              </a:lnSpc>
              <a:buFont typeface="Wingdings" pitchFamily="2" charset="2"/>
              <a:buChar char="§"/>
            </a:pPr>
            <a:r>
              <a:rPr lang="tr-TR" sz="4400" dirty="0"/>
              <a:t>Özel hukukta ise bu tür fiillere “haksız fiiller” denir.</a:t>
            </a:r>
          </a:p>
          <a:p>
            <a:pPr lvl="1">
              <a:lnSpc>
                <a:spcPct val="150000"/>
              </a:lnSpc>
              <a:buFont typeface="Wingdings" pitchFamily="2" charset="2"/>
              <a:buChar char="§"/>
            </a:pPr>
            <a:r>
              <a:rPr lang="tr-TR" sz="4400" dirty="0"/>
              <a:t>Örn. Bir kişinin diğer kişinin malına kasten veya tedbirsizlik sonucu zarar vermesi haksız fiildir.</a:t>
            </a:r>
          </a:p>
        </p:txBody>
      </p:sp>
      <p:sp>
        <p:nvSpPr>
          <p:cNvPr id="4" name="3 Slayt Numarası Yer Tutucusu"/>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81A00-2565-4FF7-BB12-FF7935C5A29E}" type="slidenum">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Unvan 4"/>
          <p:cNvSpPr>
            <a:spLocks noGrp="1"/>
          </p:cNvSpPr>
          <p:nvPr>
            <p:ph type="title"/>
          </p:nvPr>
        </p:nvSpPr>
        <p:spPr>
          <a:xfrm>
            <a:off x="838200" y="-128811"/>
            <a:ext cx="10515600" cy="1325563"/>
          </a:xfrm>
        </p:spPr>
        <p:txBody>
          <a:bodyPr>
            <a:normAutofit/>
          </a:bodyPr>
          <a:lstStyle/>
          <a:p>
            <a:pPr algn="ctr"/>
            <a:r>
              <a:rPr lang="tr-TR" sz="3200" b="1" dirty="0">
                <a:latin typeface="+mn-lt"/>
              </a:rPr>
              <a:t>HUKUKA AYKIRI FİİLLER</a:t>
            </a:r>
          </a:p>
        </p:txBody>
      </p:sp>
    </p:spTree>
    <p:extLst>
      <p:ext uri="{BB962C8B-B14F-4D97-AF65-F5344CB8AC3E}">
        <p14:creationId xmlns:p14="http://schemas.microsoft.com/office/powerpoint/2010/main" val="1110162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1775520" y="274638"/>
            <a:ext cx="8640960" cy="778098"/>
          </a:xfrm>
        </p:spPr>
        <p:txBody>
          <a:bodyPr>
            <a:noAutofit/>
          </a:bodyPr>
          <a:lstStyle/>
          <a:p>
            <a:pPr algn="ctr">
              <a:lnSpc>
                <a:spcPct val="150000"/>
              </a:lnSpc>
            </a:pPr>
            <a:r>
              <a:rPr lang="tr-TR" sz="3600" b="1" dirty="0">
                <a:latin typeface="+mn-lt"/>
              </a:rPr>
              <a:t>HUKUKA UYGUN FİİLLER</a:t>
            </a:r>
          </a:p>
        </p:txBody>
      </p:sp>
      <p:sp>
        <p:nvSpPr>
          <p:cNvPr id="3" name="2 İçerik Yer Tutucusu"/>
          <p:cNvSpPr>
            <a:spLocks noGrp="1"/>
          </p:cNvSpPr>
          <p:nvPr>
            <p:ph idx="1"/>
          </p:nvPr>
        </p:nvSpPr>
        <p:spPr>
          <a:xfrm>
            <a:off x="1926348" y="1564397"/>
            <a:ext cx="8712968" cy="5400600"/>
          </a:xfrm>
        </p:spPr>
        <p:txBody>
          <a:bodyPr>
            <a:normAutofit/>
          </a:bodyPr>
          <a:lstStyle/>
          <a:p>
            <a:pPr algn="ctr">
              <a:lnSpc>
                <a:spcPct val="150000"/>
              </a:lnSpc>
              <a:buNone/>
            </a:pPr>
            <a:r>
              <a:rPr lang="tr-TR" dirty="0"/>
              <a:t>	</a:t>
            </a:r>
            <a:r>
              <a:rPr lang="tr-TR" b="1" dirty="0">
                <a:solidFill>
                  <a:srgbClr val="C00000"/>
                </a:solidFill>
              </a:rPr>
              <a:t>Hukuka uygun fiiller, kişilerin kendisine hukuki sonuçlar bağlanan ve hukuk düzeninin istediği şekildeki hareketleridir.</a:t>
            </a:r>
          </a:p>
          <a:p>
            <a:pPr algn="ctr">
              <a:lnSpc>
                <a:spcPct val="150000"/>
              </a:lnSpc>
              <a:buNone/>
            </a:pPr>
            <a:endParaRPr lang="tr-TR" dirty="0"/>
          </a:p>
          <a:p>
            <a:pPr>
              <a:lnSpc>
                <a:spcPct val="150000"/>
              </a:lnSpc>
              <a:buFont typeface="Wingdings" pitchFamily="2" charset="2"/>
              <a:buChar char="§"/>
            </a:pPr>
            <a:r>
              <a:rPr lang="tr-TR" dirty="0"/>
              <a:t>Bu durumda kişiler hukukun emrettiğini yaparlar veya yasakladığından kaçınırlar.</a:t>
            </a:r>
          </a:p>
          <a:p>
            <a:pPr>
              <a:lnSpc>
                <a:spcPct val="150000"/>
              </a:lnSpc>
              <a:buNone/>
            </a:pPr>
            <a:endParaRPr lang="tr-TR" dirty="0"/>
          </a:p>
        </p:txBody>
      </p:sp>
      <p:sp>
        <p:nvSpPr>
          <p:cNvPr id="4" name="3 Slayt Numarası Yer Tutucusu"/>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81A00-2565-4FF7-BB12-FF7935C5A29E}" type="slidenum">
              <a:rPr kumimoji="0" lang="tr-T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tr-T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5312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982887" y="558948"/>
            <a:ext cx="8229600" cy="706437"/>
          </a:xfrm>
        </p:spPr>
        <p:style>
          <a:lnRef idx="2">
            <a:schemeClr val="accent3">
              <a:shade val="50000"/>
            </a:schemeClr>
          </a:lnRef>
          <a:fillRef idx="1">
            <a:schemeClr val="accent3"/>
          </a:fillRef>
          <a:effectRef idx="0">
            <a:schemeClr val="accent3"/>
          </a:effectRef>
          <a:fontRef idx="minor">
            <a:schemeClr val="lt1"/>
          </a:fontRef>
        </p:style>
        <p:txBody>
          <a:bodyPr rtlCol="0">
            <a:normAutofit/>
          </a:bodyPr>
          <a:lstStyle/>
          <a:p>
            <a:pPr algn="ctr">
              <a:defRPr/>
            </a:pPr>
            <a:r>
              <a:rPr lang="tr-TR" b="1" dirty="0">
                <a:solidFill>
                  <a:schemeClr val="tx1"/>
                </a:solidFill>
              </a:rPr>
              <a:t>3. Hukuki İşlem</a:t>
            </a:r>
          </a:p>
        </p:txBody>
      </p:sp>
      <p:sp>
        <p:nvSpPr>
          <p:cNvPr id="115714" name="İçerik Yer Tutucusu 2"/>
          <p:cNvSpPr>
            <a:spLocks noGrp="1"/>
          </p:cNvSpPr>
          <p:nvPr>
            <p:ph idx="1"/>
          </p:nvPr>
        </p:nvSpPr>
        <p:spPr>
          <a:xfrm>
            <a:off x="1693962" y="1923756"/>
            <a:ext cx="8640762" cy="5616575"/>
          </a:xfrm>
        </p:spPr>
        <p:txBody>
          <a:bodyPr/>
          <a:lstStyle/>
          <a:p>
            <a:pPr marL="0" indent="0" algn="just">
              <a:buNone/>
            </a:pPr>
            <a:r>
              <a:rPr lang="tr-TR" altLang="tr-TR" dirty="0"/>
              <a:t>Bir kişinin veya aynı amaca yönelik olarak birden fazla kişinin irade beyanında bulunarak hukuki bir sonuç yaratmasıdır. </a:t>
            </a:r>
          </a:p>
          <a:p>
            <a:pPr marL="0" indent="0" algn="just">
              <a:buNone/>
            </a:pPr>
            <a:r>
              <a:rPr lang="tr-TR" altLang="tr-TR" dirty="0"/>
              <a:t>Örneğin;</a:t>
            </a:r>
          </a:p>
          <a:p>
            <a:pPr marL="0" indent="0" algn="just">
              <a:buNone/>
            </a:pPr>
            <a:r>
              <a:rPr lang="tr-TR" altLang="tr-TR" dirty="0"/>
              <a:t>Vasiyetname düzenlenmesi , sözleşme yapmak</a:t>
            </a:r>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3C6D323-4984-4400-BA5A-671944785B87}"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219635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aşlık 6"/>
          <p:cNvSpPr>
            <a:spLocks noGrp="1"/>
          </p:cNvSpPr>
          <p:nvPr>
            <p:ph type="title"/>
          </p:nvPr>
        </p:nvSpPr>
        <p:spPr>
          <a:xfrm>
            <a:off x="1602557" y="151207"/>
            <a:ext cx="8886057" cy="706437"/>
          </a:xfrm>
        </p:spPr>
        <p:style>
          <a:lnRef idx="2">
            <a:schemeClr val="dk1"/>
          </a:lnRef>
          <a:fillRef idx="1">
            <a:schemeClr val="lt1"/>
          </a:fillRef>
          <a:effectRef idx="0">
            <a:schemeClr val="dk1"/>
          </a:effectRef>
          <a:fontRef idx="minor">
            <a:schemeClr val="dk1"/>
          </a:fontRef>
        </p:style>
        <p:txBody>
          <a:bodyPr rtlCol="0">
            <a:normAutofit/>
          </a:bodyPr>
          <a:lstStyle/>
          <a:p>
            <a:pPr algn="ctr">
              <a:defRPr/>
            </a:pPr>
            <a:r>
              <a:rPr lang="tr-TR" b="1" dirty="0"/>
              <a:t>Kişilik</a:t>
            </a:r>
          </a:p>
        </p:txBody>
      </p:sp>
      <p:sp>
        <p:nvSpPr>
          <p:cNvPr id="6" name="İçerik Yer Tutucusu 5"/>
          <p:cNvSpPr txBox="1">
            <a:spLocks noGrp="1"/>
          </p:cNvSpPr>
          <p:nvPr>
            <p:ph idx="1"/>
          </p:nvPr>
        </p:nvSpPr>
        <p:spPr>
          <a:xfrm>
            <a:off x="1703389" y="1834939"/>
            <a:ext cx="9193997" cy="4223720"/>
          </a:xfr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tr-TR" dirty="0"/>
              <a:t>Hukukun öngördüğü hak ve yükümlülüklerin bir sahibinin olması gerekir. </a:t>
            </a:r>
          </a:p>
          <a:p>
            <a:pPr>
              <a:defRPr/>
            </a:pPr>
            <a:r>
              <a:rPr lang="tr-TR" b="1" dirty="0">
                <a:solidFill>
                  <a:srgbClr val="C00000"/>
                </a:solidFill>
              </a:rPr>
              <a:t>Kişi haklardan yararlanan, hak sahibi olan varlık demektir</a:t>
            </a:r>
            <a:r>
              <a:rPr lang="tr-TR" dirty="0"/>
              <a:t>.</a:t>
            </a:r>
          </a:p>
          <a:p>
            <a:pPr>
              <a:defRPr/>
            </a:pPr>
            <a:r>
              <a:rPr lang="tr-TR" dirty="0"/>
              <a:t>Bugün herkes bu haklardan yararlandığı için, her insan hukuki açıdan bir kişidir. </a:t>
            </a:r>
          </a:p>
          <a:p>
            <a:pPr>
              <a:defRPr/>
            </a:pPr>
            <a:r>
              <a:rPr lang="tr-TR" dirty="0"/>
              <a:t>Günümüzde bütün hukuk sistemlerinde tam ve sağ doğum hak sahibi olmak için yeterlidir.</a:t>
            </a:r>
          </a:p>
          <a:p>
            <a:pPr>
              <a:defRPr/>
            </a:pPr>
            <a:r>
              <a:rPr lang="tr-TR" dirty="0"/>
              <a:t>Kişiler gerçek ve tüzel kişiler olmak üzere ikiye ayrılır.</a:t>
            </a:r>
          </a:p>
          <a:p>
            <a:pPr>
              <a:defRPr/>
            </a:pPr>
            <a:endParaRPr lang="tr-TR" dirty="0"/>
          </a:p>
        </p:txBody>
      </p:sp>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9DAD0AE-7508-4666-B366-6E12F1F7EEE8}"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75198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ayt Numarası Yer Tutucusu 3"/>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16888F0-6E4E-481A-9040-64219B3F0564}"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Dikdörtgen 4"/>
          <p:cNvSpPr/>
          <p:nvPr/>
        </p:nvSpPr>
        <p:spPr>
          <a:xfrm>
            <a:off x="1282045" y="1509500"/>
            <a:ext cx="9473939" cy="2675604"/>
          </a:xfrm>
          <a:prstGeom prst="rect">
            <a:avLst/>
          </a:prstGeom>
        </p:spPr>
        <p:txBody>
          <a:bodyPr wrap="square">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800" b="1" i="0" u="none" strike="noStrike" kern="1200" cap="none" spc="0" normalizeH="0" baseline="0" noProof="0" dirty="0">
                <a:ln>
                  <a:noFill/>
                </a:ln>
                <a:solidFill>
                  <a:srgbClr val="C00000"/>
                </a:solidFill>
                <a:effectLst/>
                <a:uLnTx/>
                <a:uFillTx/>
                <a:latin typeface="Calibri" panose="020F0502020204030204"/>
                <a:ea typeface="+mn-ea"/>
                <a:cs typeface="+mn-cs"/>
              </a:rPr>
              <a:t>Gerçek kişi : </a:t>
            </a:r>
            <a:r>
              <a:rPr kumimoji="0" lang="tr-TR" sz="2800" b="0" i="0" u="none" strike="noStrike" kern="1200" cap="none" spc="0" normalizeH="0" baseline="0" noProof="0" dirty="0">
                <a:ln>
                  <a:noFill/>
                </a:ln>
                <a:solidFill>
                  <a:prstClr val="black"/>
                </a:solidFill>
                <a:effectLst/>
                <a:uLnTx/>
                <a:uFillTx/>
                <a:latin typeface="Calibri" panose="020F0502020204030204"/>
                <a:ea typeface="+mn-ea"/>
                <a:cs typeface="+mn-cs"/>
              </a:rPr>
              <a:t>cinsiyet, ırk, din, dil gibi farklar gözetmeksizin bütün insanları kapsar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2800" b="1" i="0" u="none" strike="noStrike" kern="1200" cap="none" spc="0" normalizeH="0" baseline="0" noProof="0" dirty="0">
                <a:ln>
                  <a:noFill/>
                </a:ln>
                <a:solidFill>
                  <a:srgbClr val="C00000"/>
                </a:solidFill>
                <a:effectLst/>
                <a:uLnTx/>
                <a:uFillTx/>
                <a:latin typeface="Calibri" panose="020F0502020204030204"/>
                <a:ea typeface="+mn-ea"/>
                <a:cs typeface="+mn-cs"/>
              </a:rPr>
              <a:t>Tüzel kişi : </a:t>
            </a:r>
            <a:r>
              <a:rPr kumimoji="0" lang="tr-TR" sz="2800" b="0" i="0" u="none" strike="noStrike" kern="1200" cap="none" spc="0" normalizeH="0" baseline="0" noProof="0" dirty="0">
                <a:ln>
                  <a:noFill/>
                </a:ln>
                <a:solidFill>
                  <a:prstClr val="black"/>
                </a:solidFill>
                <a:effectLst/>
                <a:uLnTx/>
                <a:uFillTx/>
                <a:latin typeface="Calibri" panose="020F0502020204030204"/>
                <a:ea typeface="+mn-ea"/>
                <a:cs typeface="+mn-cs"/>
              </a:rPr>
              <a:t>Başlı başına bir varlığı olmak üzere örgütlenmiş kişi toplulukları ve belli bir amacı olan mal topluluklarıdır. Bunlar vakıflar ve derneklerdir. </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tr-TR" sz="2800" b="1" i="0" u="none" strike="noStrike" kern="1200" cap="none" spc="0" normalizeH="0" baseline="0" noProof="0" dirty="0">
                <a:ln>
                  <a:noFill/>
                </a:ln>
                <a:solidFill>
                  <a:prstClr val="black"/>
                </a:solidFill>
                <a:effectLst/>
                <a:uLnTx/>
                <a:uFillTx/>
                <a:latin typeface="Calibri" panose="020F0502020204030204"/>
                <a:ea typeface="+mn-ea"/>
                <a:cs typeface="+mn-cs"/>
              </a:rPr>
              <a:t>Dernekler, vakıflar, şirketler, kurum ve kuruluşlardır.</a:t>
            </a:r>
          </a:p>
        </p:txBody>
      </p:sp>
    </p:spTree>
    <p:extLst>
      <p:ext uri="{BB962C8B-B14F-4D97-AF65-F5344CB8AC3E}">
        <p14:creationId xmlns:p14="http://schemas.microsoft.com/office/powerpoint/2010/main" val="16119458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nvPr>
        </p:nvGraphicFramePr>
        <p:xfrm>
          <a:off x="1712815" y="739775"/>
          <a:ext cx="8640762" cy="5616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ayt Numarası Yer Tutucusu 2"/>
          <p:cNvSpPr>
            <a:spLocks noGrp="1"/>
          </p:cNvSpPr>
          <p:nvPr>
            <p:ph type="sldNum" sz="quarter" idx="12"/>
          </p:nvPr>
        </p:nvSpPr>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2854351-CB99-4340-A142-DD8FBE15BEB3}" type="slidenum">
              <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tr-TR" altLang="tr-TR"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
        <p:nvSpPr>
          <p:cNvPr id="5" name="Dikdörtgen 4"/>
          <p:cNvSpPr/>
          <p:nvPr/>
        </p:nvSpPr>
        <p:spPr>
          <a:xfrm>
            <a:off x="4292461" y="87811"/>
            <a:ext cx="2018501" cy="76944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4400" b="0" i="0" u="none" strike="noStrike" kern="1200" cap="none" spc="0" normalizeH="0" baseline="0" noProof="0" dirty="0">
                <a:ln>
                  <a:noFill/>
                </a:ln>
                <a:solidFill>
                  <a:prstClr val="black"/>
                </a:solidFill>
                <a:effectLst/>
                <a:uLnTx/>
                <a:uFillTx/>
                <a:latin typeface="Calibri" panose="020F0502020204030204"/>
                <a:ea typeface="+mn-ea"/>
                <a:cs typeface="+mn-cs"/>
              </a:rPr>
              <a:t>EHLİYET</a:t>
            </a:r>
            <a:endParaRPr kumimoji="0" lang="tr-T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246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47627" y="292231"/>
            <a:ext cx="10515600" cy="6212264"/>
          </a:xfrm>
        </p:spPr>
        <p:txBody>
          <a:bodyPr>
            <a:normAutofit fontScale="92500" lnSpcReduction="10000"/>
          </a:bodyPr>
          <a:lstStyle/>
          <a:p>
            <a:pPr marL="171450" lvl="0" indent="0" algn="ctr" defTabSz="844550">
              <a:spcBef>
                <a:spcPct val="0"/>
              </a:spcBef>
              <a:spcAft>
                <a:spcPct val="15000"/>
              </a:spcAft>
              <a:buNone/>
            </a:pPr>
            <a:r>
              <a:rPr lang="tr-TR" b="1" dirty="0"/>
              <a:t>Fiil Ehliyetinin şartları;</a:t>
            </a:r>
          </a:p>
          <a:p>
            <a:pPr marL="342900" lvl="1" indent="-342900">
              <a:lnSpc>
                <a:spcPct val="100000"/>
              </a:lnSpc>
              <a:spcBef>
                <a:spcPts val="0"/>
              </a:spcBef>
              <a:defRPr/>
            </a:pPr>
            <a:endParaRPr lang="tr-TR" b="1" dirty="0"/>
          </a:p>
          <a:p>
            <a:pPr marL="342900" lvl="1" indent="-342900">
              <a:lnSpc>
                <a:spcPct val="100000"/>
              </a:lnSpc>
              <a:spcBef>
                <a:spcPts val="0"/>
              </a:spcBef>
              <a:defRPr/>
            </a:pPr>
            <a:endParaRPr lang="tr-TR" b="1" dirty="0"/>
          </a:p>
          <a:p>
            <a:pPr marL="342900" lvl="1" indent="-342900">
              <a:lnSpc>
                <a:spcPct val="100000"/>
              </a:lnSpc>
              <a:spcBef>
                <a:spcPts val="0"/>
              </a:spcBef>
              <a:defRPr/>
            </a:pPr>
            <a:r>
              <a:rPr lang="tr-TR" b="1" dirty="0"/>
              <a:t>Ergin olmak: </a:t>
            </a:r>
            <a:r>
              <a:rPr lang="tr-TR" dirty="0"/>
              <a:t>18 yaşından büyük olmak </a:t>
            </a:r>
          </a:p>
          <a:p>
            <a:pPr marL="0" lvl="1" indent="0">
              <a:lnSpc>
                <a:spcPct val="100000"/>
              </a:lnSpc>
              <a:spcBef>
                <a:spcPts val="0"/>
              </a:spcBef>
              <a:buNone/>
              <a:defRPr/>
            </a:pPr>
            <a:endParaRPr lang="tr-TR" dirty="0"/>
          </a:p>
          <a:p>
            <a:pPr marL="342900" lvl="1" indent="-342900">
              <a:lnSpc>
                <a:spcPct val="100000"/>
              </a:lnSpc>
              <a:spcBef>
                <a:spcPts val="0"/>
              </a:spcBef>
              <a:defRPr/>
            </a:pPr>
            <a:r>
              <a:rPr lang="tr-TR" b="1" dirty="0"/>
              <a:t>Ayırt etme gücüne sahip olmak</a:t>
            </a:r>
            <a:r>
              <a:rPr lang="tr-TR" dirty="0"/>
              <a:t>: Fiil ehliyetinin en önemli </a:t>
            </a:r>
            <a:r>
              <a:rPr lang="tr-TR" dirty="0" err="1"/>
              <a:t>koşuludur.Bu</a:t>
            </a:r>
            <a:r>
              <a:rPr lang="tr-TR" dirty="0"/>
              <a:t> koşul yoksa kişi tam </a:t>
            </a:r>
            <a:r>
              <a:rPr lang="tr-TR" dirty="0" err="1"/>
              <a:t>ehliyetsizdir;yaptığı</a:t>
            </a:r>
            <a:r>
              <a:rPr lang="tr-TR" dirty="0"/>
              <a:t> işlemler hiçbir hukuki sonuç doğurmaz ve kişi sorumluluk altına girmez. Yaptıklarının farkında olmak ve değerlendirme yapabilmektir.</a:t>
            </a:r>
          </a:p>
          <a:p>
            <a:pPr marL="0" lvl="1" indent="0">
              <a:lnSpc>
                <a:spcPct val="100000"/>
              </a:lnSpc>
              <a:spcBef>
                <a:spcPts val="0"/>
              </a:spcBef>
              <a:buNone/>
              <a:defRPr/>
            </a:pPr>
            <a:r>
              <a:rPr lang="tr-TR" dirty="0"/>
              <a:t>     </a:t>
            </a:r>
            <a:r>
              <a:rPr lang="tr-TR" dirty="0" err="1"/>
              <a:t>Örn</a:t>
            </a:r>
            <a:r>
              <a:rPr lang="tr-TR" dirty="0"/>
              <a:t>; </a:t>
            </a:r>
            <a:r>
              <a:rPr lang="tr-TR" dirty="0" err="1"/>
              <a:t>yaş,akıl</a:t>
            </a:r>
            <a:r>
              <a:rPr lang="tr-TR" dirty="0"/>
              <a:t> </a:t>
            </a:r>
            <a:r>
              <a:rPr lang="tr-TR" dirty="0" err="1"/>
              <a:t>hastalığı,akıl</a:t>
            </a:r>
            <a:r>
              <a:rPr lang="tr-TR" dirty="0"/>
              <a:t> zayıflığı, sarhoşluk gibi hallerde ayırt etme gücü yoktur.    </a:t>
            </a:r>
          </a:p>
          <a:p>
            <a:pPr marL="0" lvl="1" indent="0">
              <a:lnSpc>
                <a:spcPct val="100000"/>
              </a:lnSpc>
              <a:spcBef>
                <a:spcPts val="0"/>
              </a:spcBef>
              <a:buNone/>
              <a:defRPr/>
            </a:pPr>
            <a:endParaRPr lang="tr-TR" dirty="0"/>
          </a:p>
          <a:p>
            <a:pPr marL="342900" lvl="1" indent="-342900" algn="just">
              <a:lnSpc>
                <a:spcPct val="100000"/>
              </a:lnSpc>
              <a:spcBef>
                <a:spcPts val="0"/>
              </a:spcBef>
              <a:defRPr/>
            </a:pPr>
            <a:r>
              <a:rPr lang="tr-TR" b="1" dirty="0"/>
              <a:t>Kısıtlı olmamak: </a:t>
            </a:r>
            <a:r>
              <a:rPr lang="tr-TR" dirty="0"/>
              <a:t>Fiil ehliyetine sahip olabilmek için, ayırt etme gücüne sahip ve ergin olmak yeterli değildir. Bunlardan başka, o kişinin kısıtlı olmaması da gerekir.</a:t>
            </a:r>
          </a:p>
          <a:p>
            <a:pPr marL="0" lvl="1" indent="0" algn="just">
              <a:lnSpc>
                <a:spcPct val="100000"/>
              </a:lnSpc>
              <a:spcBef>
                <a:spcPts val="0"/>
              </a:spcBef>
              <a:buNone/>
              <a:defRPr/>
            </a:pPr>
            <a:endParaRPr lang="tr-TR" dirty="0"/>
          </a:p>
          <a:p>
            <a:pPr marL="0" lvl="1" indent="0" algn="just">
              <a:lnSpc>
                <a:spcPct val="100000"/>
              </a:lnSpc>
              <a:spcBef>
                <a:spcPts val="0"/>
              </a:spcBef>
              <a:buNone/>
              <a:defRPr/>
            </a:pPr>
            <a:r>
              <a:rPr lang="tr-TR" dirty="0"/>
              <a:t>Kısıtlı olmak, kanunun belirttiği sebeplerden birinin varlığı halinde ergin bir kimsenin fiil ehliyetinin mahkeme kararıyla sınırlandırılması veya tamamen kaldırılması demektir. Kısıtlama sebeplerinin neler olduğu MK. sayılmıştır. Bunlar, “akıl hastalığı veya akıl zayıflığı”, “savurganlık, alkol veya uyuşturucu madde bağımlılığı, kötü yaşama tarzı, kötü yönetim”, “bir yıl veya daha uzun süreli özgürlüğü bağlayıcı bir cezaya mahkum olma” ve “yaşlılığı, sakatlığı, deneyimsizliği sebebiyle işlerini gerektiği gibi yönetemediğini ispat eden bir erginin kısıtlanmasını istemesi” hallerinden ibarettir.</a:t>
            </a:r>
            <a:endParaRPr lang="tr-TR" b="1" dirty="0"/>
          </a:p>
          <a:p>
            <a:endParaRPr lang="tr-TR" dirty="0"/>
          </a:p>
        </p:txBody>
      </p:sp>
    </p:spTree>
    <p:extLst>
      <p:ext uri="{BB962C8B-B14F-4D97-AF65-F5344CB8AC3E}">
        <p14:creationId xmlns:p14="http://schemas.microsoft.com/office/powerpoint/2010/main" val="3110515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772212" y="2127938"/>
            <a:ext cx="10515600" cy="1325563"/>
          </a:xfrm>
        </p:spPr>
        <p:txBody>
          <a:bodyPr/>
          <a:lstStyle/>
          <a:p>
            <a:pPr algn="ctr"/>
            <a:r>
              <a:rPr lang="tr-TR" b="1" dirty="0">
                <a:latin typeface="+mn-lt"/>
              </a:rPr>
              <a:t>İLETİŞİM HUKUKU</a:t>
            </a:r>
          </a:p>
        </p:txBody>
      </p:sp>
    </p:spTree>
    <p:extLst>
      <p:ext uri="{BB962C8B-B14F-4D97-AF65-F5344CB8AC3E}">
        <p14:creationId xmlns:p14="http://schemas.microsoft.com/office/powerpoint/2010/main" val="1764566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pPr algn="ctr"/>
            <a:r>
              <a:rPr lang="tr-TR" sz="2800" b="1" dirty="0">
                <a:latin typeface="+mn-lt"/>
              </a:rPr>
              <a:t>İLETİŞİM HUKUKUNUN TEMEL KAVRAMLARI VE KAYNAKLAR</a:t>
            </a:r>
          </a:p>
        </p:txBody>
      </p:sp>
      <p:sp>
        <p:nvSpPr>
          <p:cNvPr id="3" name="İçerik Yer Tutucusu 2"/>
          <p:cNvSpPr>
            <a:spLocks noGrp="1"/>
          </p:cNvSpPr>
          <p:nvPr>
            <p:ph idx="1"/>
          </p:nvPr>
        </p:nvSpPr>
        <p:spPr/>
        <p:txBody>
          <a:bodyPr>
            <a:normAutofit/>
          </a:bodyPr>
          <a:lstStyle/>
          <a:p>
            <a:pPr marL="0" indent="0">
              <a:lnSpc>
                <a:spcPct val="150000"/>
              </a:lnSpc>
              <a:buNone/>
            </a:pPr>
            <a:r>
              <a:rPr lang="tr-TR" dirty="0"/>
              <a:t>En genel tanımıyla, kitle iletişiminde uyulması gereken kuralları, kitle iletişim araçlarının yapısını ve ilişkilerini düzenleyen hukuk kuralları bütününe medya hukuku adını veriyoruz. </a:t>
            </a:r>
          </a:p>
          <a:p>
            <a:pPr marL="0" indent="0">
              <a:lnSpc>
                <a:spcPct val="150000"/>
              </a:lnSpc>
              <a:buNone/>
            </a:pPr>
            <a:endParaRPr lang="tr-TR" dirty="0"/>
          </a:p>
          <a:p>
            <a:pPr marL="0" indent="0">
              <a:lnSpc>
                <a:spcPct val="150000"/>
              </a:lnSpc>
              <a:buNone/>
            </a:pPr>
            <a:endParaRPr lang="tr-TR" dirty="0"/>
          </a:p>
        </p:txBody>
      </p:sp>
    </p:spTree>
    <p:extLst>
      <p:ext uri="{BB962C8B-B14F-4D97-AF65-F5344CB8AC3E}">
        <p14:creationId xmlns:p14="http://schemas.microsoft.com/office/powerpoint/2010/main" val="14869968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pPr algn="ctr"/>
            <a:r>
              <a:rPr lang="tr-TR" sz="3600" b="1" dirty="0">
                <a:latin typeface="+mn-lt"/>
              </a:rPr>
              <a:t>İLETİŞİM KAVRAMI</a:t>
            </a:r>
          </a:p>
        </p:txBody>
      </p:sp>
      <p:sp>
        <p:nvSpPr>
          <p:cNvPr id="3" name="İçerik Yer Tutucusu 2"/>
          <p:cNvSpPr>
            <a:spLocks noGrp="1"/>
          </p:cNvSpPr>
          <p:nvPr>
            <p:ph idx="1"/>
          </p:nvPr>
        </p:nvSpPr>
        <p:spPr>
          <a:xfrm>
            <a:off x="846841" y="2287538"/>
            <a:ext cx="10515600" cy="4351338"/>
          </a:xfrm>
        </p:spPr>
        <p:txBody>
          <a:bodyPr/>
          <a:lstStyle/>
          <a:p>
            <a:r>
              <a:rPr lang="tr-TR" dirty="0"/>
              <a:t>Biyolojik bir varlık olan insanı sosyal bir varlığa dönüştüren iletişim, bireyin yaşamını sürdürmesinde ve çevresiyle etkileşim içinde bulunmasında çok büyük bir öneme sahiptir. </a:t>
            </a:r>
          </a:p>
          <a:p>
            <a:r>
              <a:rPr lang="tr-TR" dirty="0"/>
              <a:t>İnsanların bir topluma aidiyet duyması, topluma ait katmanlarda ve toplumla birlikte yaşaması, toplumsal ilişkilerin sorunsuz bir şekilde sürdürülmesi ancak iletişimle mümkün olur.</a:t>
            </a:r>
          </a:p>
        </p:txBody>
      </p:sp>
    </p:spTree>
    <p:extLst>
      <p:ext uri="{BB962C8B-B14F-4D97-AF65-F5344CB8AC3E}">
        <p14:creationId xmlns:p14="http://schemas.microsoft.com/office/powerpoint/2010/main" val="16832171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algn="just"/>
            <a:r>
              <a:rPr lang="tr-TR" dirty="0"/>
              <a:t>TDK, iletişim kavramını; “Duygu, düşünce veya bilgilerin akla gelebilecek her türlü yolla başkalarına aktarılması, bildirişim, haberleşme, komünikasyon” olarak tanımlamıştır. </a:t>
            </a:r>
          </a:p>
          <a:p>
            <a:pPr algn="just"/>
            <a:r>
              <a:rPr lang="tr-TR" dirty="0"/>
              <a:t>Teknik anlamda ise iletişimi; “telefon, telgraf, televizyon, radyo vb. araçlardan yararlanarak yürütülen bilgi alışverişi, bildirişim, haberleşme, muhabere, komünikasyon” olarak tanımlamaktadır (TDK, 2019).</a:t>
            </a:r>
          </a:p>
        </p:txBody>
      </p:sp>
    </p:spTree>
    <p:extLst>
      <p:ext uri="{BB962C8B-B14F-4D97-AF65-F5344CB8AC3E}">
        <p14:creationId xmlns:p14="http://schemas.microsoft.com/office/powerpoint/2010/main" val="7067293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535783" y="1740783"/>
            <a:ext cx="9729247" cy="4351338"/>
          </a:xfrm>
        </p:spPr>
        <p:txBody>
          <a:bodyPr/>
          <a:lstStyle/>
          <a:p>
            <a:pPr marL="0" indent="0" algn="just">
              <a:buNone/>
            </a:pPr>
            <a:r>
              <a:rPr lang="tr-TR" dirty="0"/>
              <a:t>Literatürde iletişimin tanımına yönelik çok sayıda tanım mevcuttur.</a:t>
            </a:r>
          </a:p>
          <a:p>
            <a:pPr marL="0" indent="0" algn="just">
              <a:buNone/>
            </a:pPr>
            <a:r>
              <a:rPr lang="tr-TR" dirty="0"/>
              <a:t>İletişim kavramına yönelik yapılan </a:t>
            </a:r>
            <a:r>
              <a:rPr lang="tr-TR" b="1" dirty="0">
                <a:solidFill>
                  <a:srgbClr val="C00000"/>
                </a:solidFill>
              </a:rPr>
              <a:t>tanımların ortak noktası temelde kişilerin iletişim yolu ile yalnız bilgileri değil fakat düşünce ve tutumları da birbirlerine ulaştırmalarıdır.</a:t>
            </a:r>
          </a:p>
        </p:txBody>
      </p:sp>
    </p:spTree>
    <p:extLst>
      <p:ext uri="{BB962C8B-B14F-4D97-AF65-F5344CB8AC3E}">
        <p14:creationId xmlns:p14="http://schemas.microsoft.com/office/powerpoint/2010/main" val="2897236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825625"/>
            <a:ext cx="10907598" cy="4351338"/>
          </a:xfrm>
        </p:spPr>
        <p:txBody>
          <a:bodyPr>
            <a:normAutofit/>
          </a:bodyPr>
          <a:lstStyle/>
          <a:p>
            <a:pPr algn="just"/>
            <a:r>
              <a:rPr lang="tr-TR" dirty="0"/>
              <a:t>İnsanlar arasında duygu ve düşüncelerin çeşitli yöntem ve  tekniklerle aktarımını sağlayan bir etkiletişim faaliyeti olarak adlandırabileceğimiz iletişimin, oluşabilmesi için bazı ögelerin bir arada olması gerekmektedir. </a:t>
            </a:r>
          </a:p>
          <a:p>
            <a:pPr algn="just"/>
            <a:r>
              <a:rPr lang="tr-TR" b="1" dirty="0"/>
              <a:t>Kaynak, ileti ve alıcının yer almadığı bir iletişim kurgusu eksik olacaktır</a:t>
            </a:r>
            <a:r>
              <a:rPr lang="tr-TR" dirty="0"/>
              <a:t>. İletişimi durağan değil dinamik bir süreç olarak ele almak ve bu süreci de ögelerine ayırmak, bu ögeler arasındaki ilişkileri inceleyerek işleyiş düzenini kavramak mümkündür.</a:t>
            </a:r>
          </a:p>
        </p:txBody>
      </p:sp>
    </p:spTree>
    <p:extLst>
      <p:ext uri="{BB962C8B-B14F-4D97-AF65-F5344CB8AC3E}">
        <p14:creationId xmlns:p14="http://schemas.microsoft.com/office/powerpoint/2010/main" val="3075730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073871" y="1146896"/>
            <a:ext cx="10515600" cy="4351338"/>
          </a:xfrm>
        </p:spPr>
        <p:txBody>
          <a:bodyPr>
            <a:normAutofit/>
          </a:bodyPr>
          <a:lstStyle/>
          <a:p>
            <a:pPr algn="just"/>
            <a:r>
              <a:rPr lang="tr-TR" dirty="0"/>
              <a:t>İletişim, toplumsallaşmanın ve sosyal hayatın (sosyalleşmenin) vazgeçilmezidir. </a:t>
            </a:r>
          </a:p>
          <a:p>
            <a:pPr algn="just"/>
            <a:r>
              <a:rPr lang="tr-TR" dirty="0"/>
              <a:t>Öyle ki iletişimin olmadığı bir dünyada sosyal ilişkilerden söz etmek mümkün değildir.</a:t>
            </a:r>
          </a:p>
          <a:p>
            <a:pPr algn="just"/>
            <a:r>
              <a:rPr lang="tr-TR" dirty="0"/>
              <a:t>İletişime getirilen tanımlar incelendiğinde </a:t>
            </a:r>
            <a:r>
              <a:rPr lang="tr-TR" b="1" dirty="0"/>
              <a:t>toplum, sosyal yaşam ve birlikte yaşam kültürü </a:t>
            </a:r>
            <a:r>
              <a:rPr lang="tr-TR" dirty="0"/>
              <a:t>kavramlarına sıklıkla atıf yapıldığı görülebilir. </a:t>
            </a:r>
          </a:p>
          <a:p>
            <a:pPr algn="just"/>
            <a:r>
              <a:rPr lang="tr-TR" b="1" dirty="0"/>
              <a:t>Toplumsal hayatın sağlıklı bir şekilde sürdürülmesi ve toplumsal kuralların kusursuz bir biçimde işlemesi iletişime ve kitle iletişiminin sağlıklı bir şekilde gerçekleştirilmesine bağlıdır.</a:t>
            </a:r>
          </a:p>
        </p:txBody>
      </p:sp>
    </p:spTree>
    <p:extLst>
      <p:ext uri="{BB962C8B-B14F-4D97-AF65-F5344CB8AC3E}">
        <p14:creationId xmlns:p14="http://schemas.microsoft.com/office/powerpoint/2010/main" val="2499595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latin typeface="+mn-lt"/>
              </a:rPr>
              <a:t>KİTLE İLETİŞİM KAVRAMI</a:t>
            </a:r>
            <a:endParaRPr lang="tr-TR" dirty="0">
              <a:latin typeface="+mn-lt"/>
            </a:endParaRPr>
          </a:p>
        </p:txBody>
      </p:sp>
      <p:sp>
        <p:nvSpPr>
          <p:cNvPr id="3" name="İçerik Yer Tutucusu 2"/>
          <p:cNvSpPr>
            <a:spLocks noGrp="1"/>
          </p:cNvSpPr>
          <p:nvPr>
            <p:ph idx="1"/>
          </p:nvPr>
        </p:nvSpPr>
        <p:spPr>
          <a:xfrm>
            <a:off x="838200" y="1589955"/>
            <a:ext cx="10515600" cy="4351338"/>
          </a:xfrm>
        </p:spPr>
        <p:txBody>
          <a:bodyPr>
            <a:normAutofit/>
          </a:bodyPr>
          <a:lstStyle/>
          <a:p>
            <a:pPr marL="0" indent="0" algn="just">
              <a:buNone/>
            </a:pPr>
            <a:r>
              <a:rPr lang="tr-TR" dirty="0"/>
              <a:t>Kitle iletişimi kavramı, matbaanın icadı ile birlikte basılı yayınların ve gazetenin yaygınlaşması ile insan hayatına girmiş ve 19. yüzyılda teknolojik gelişmelerle daha da yaygınlaşmıştır. </a:t>
            </a:r>
          </a:p>
          <a:p>
            <a:pPr marL="0" indent="0" algn="just">
              <a:buNone/>
            </a:pPr>
            <a:r>
              <a:rPr lang="tr-TR" dirty="0"/>
              <a:t>Radyo, sinema, televizyon ve internet ile birlikte oldukça popüler bir hal almıştır. </a:t>
            </a:r>
          </a:p>
          <a:p>
            <a:pPr marL="0" indent="0" algn="just">
              <a:buNone/>
            </a:pPr>
            <a:r>
              <a:rPr lang="tr-TR" b="1" i="1" dirty="0"/>
              <a:t>Bu kavram ilk olarak 1940'lı yıllarda siyasal erk ve propaganda ile ilgili çalışmalarda </a:t>
            </a:r>
            <a:r>
              <a:rPr lang="tr-TR" b="1" i="1" dirty="0" err="1"/>
              <a:t>Harold</a:t>
            </a:r>
            <a:r>
              <a:rPr lang="tr-TR" b="1" i="1" dirty="0"/>
              <a:t> D. </a:t>
            </a:r>
            <a:r>
              <a:rPr lang="tr-TR" b="1" i="1" dirty="0" err="1"/>
              <a:t>Lasswell</a:t>
            </a:r>
            <a:r>
              <a:rPr lang="tr-TR" b="1" i="1" dirty="0"/>
              <a:t> tarafından kullanılmıştır.</a:t>
            </a:r>
            <a:endParaRPr lang="tr-TR" b="1" dirty="0"/>
          </a:p>
        </p:txBody>
      </p:sp>
    </p:spTree>
    <p:extLst>
      <p:ext uri="{BB962C8B-B14F-4D97-AF65-F5344CB8AC3E}">
        <p14:creationId xmlns:p14="http://schemas.microsoft.com/office/powerpoint/2010/main" val="104632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19346" y="1335432"/>
            <a:ext cx="11086707" cy="4351338"/>
          </a:xfrm>
        </p:spPr>
        <p:txBody>
          <a:bodyPr>
            <a:normAutofit/>
          </a:bodyPr>
          <a:lstStyle/>
          <a:p>
            <a:pPr marL="0" indent="0" algn="just">
              <a:buNone/>
            </a:pPr>
            <a:r>
              <a:rPr lang="tr-TR" dirty="0"/>
              <a:t>Duygu ve düşüncelerin karşılıklı olarak aktarımının sağlandığı, bilgi alışverişinde bulunulan bir süreç olarak adlandırılan iletişim, bireysel ve kitlesel iletişimi kapsamaktadır. </a:t>
            </a:r>
          </a:p>
          <a:p>
            <a:pPr marL="0" indent="0" algn="just">
              <a:buNone/>
            </a:pPr>
            <a:r>
              <a:rPr lang="tr-TR" dirty="0"/>
              <a:t>Kitle iletişimi iletişim dinamiğini yeni bir boyuta taşımıştır.</a:t>
            </a:r>
          </a:p>
          <a:p>
            <a:pPr marL="0" indent="0" algn="just">
              <a:buNone/>
            </a:pPr>
            <a:r>
              <a:rPr lang="tr-TR" dirty="0" err="1"/>
              <a:t>Mc</a:t>
            </a:r>
            <a:r>
              <a:rPr lang="tr-TR" dirty="0"/>
              <a:t> </a:t>
            </a:r>
            <a:r>
              <a:rPr lang="tr-TR" dirty="0" err="1"/>
              <a:t>Luhan’ın</a:t>
            </a:r>
            <a:r>
              <a:rPr lang="tr-TR" dirty="0"/>
              <a:t> </a:t>
            </a:r>
            <a:r>
              <a:rPr lang="tr-TR" dirty="0" err="1"/>
              <a:t>Mc</a:t>
            </a:r>
            <a:r>
              <a:rPr lang="tr-TR" dirty="0"/>
              <a:t> </a:t>
            </a:r>
            <a:r>
              <a:rPr lang="tr-TR" dirty="0" err="1"/>
              <a:t>Luhan’ın</a:t>
            </a:r>
            <a:r>
              <a:rPr lang="tr-TR" dirty="0"/>
              <a:t> dünya için yaptığı “</a:t>
            </a:r>
            <a:r>
              <a:rPr lang="tr-TR" i="1" dirty="0"/>
              <a:t>küresel köy</a:t>
            </a:r>
            <a:r>
              <a:rPr lang="tr-TR" dirty="0"/>
              <a:t>” benzetmesinde kuşkusuz kitle iletişim araçlarının ve teknolojinin payı çok büyüktür.</a:t>
            </a:r>
          </a:p>
        </p:txBody>
      </p:sp>
    </p:spTree>
    <p:extLst>
      <p:ext uri="{BB962C8B-B14F-4D97-AF65-F5344CB8AC3E}">
        <p14:creationId xmlns:p14="http://schemas.microsoft.com/office/powerpoint/2010/main" val="2456190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buNone/>
            </a:pPr>
            <a:r>
              <a:rPr lang="tr-TR" b="1" dirty="0"/>
              <a:t>Medya hukukunun kapsamı içerisinde hangi kavramlar yer alır peki? </a:t>
            </a:r>
          </a:p>
          <a:p>
            <a:pPr marL="0" indent="0">
              <a:buNone/>
            </a:pPr>
            <a:endParaRPr lang="tr-TR" b="1" dirty="0"/>
          </a:p>
          <a:p>
            <a:pPr marL="0" lvl="0" indent="0">
              <a:buNone/>
            </a:pPr>
            <a:r>
              <a:rPr lang="tr-TR" dirty="0"/>
              <a:t>Basın yayın faaliyetleri</a:t>
            </a:r>
          </a:p>
          <a:p>
            <a:pPr marL="0" lvl="0" indent="0">
              <a:buNone/>
            </a:pPr>
            <a:r>
              <a:rPr lang="tr-TR" dirty="0"/>
              <a:t>Radyo ve televizyon yayıncılığı</a:t>
            </a:r>
          </a:p>
          <a:p>
            <a:pPr marL="0" lvl="0" indent="0">
              <a:buNone/>
            </a:pPr>
            <a:r>
              <a:rPr lang="tr-TR" dirty="0"/>
              <a:t>Sinema yayıncılığı</a:t>
            </a:r>
          </a:p>
          <a:p>
            <a:pPr marL="0" lvl="0" indent="0">
              <a:buNone/>
            </a:pPr>
            <a:r>
              <a:rPr lang="tr-TR" dirty="0"/>
              <a:t>İnternet ortamında yayıncılık</a:t>
            </a:r>
          </a:p>
        </p:txBody>
      </p:sp>
    </p:spTree>
    <p:extLst>
      <p:ext uri="{BB962C8B-B14F-4D97-AF65-F5344CB8AC3E}">
        <p14:creationId xmlns:p14="http://schemas.microsoft.com/office/powerpoint/2010/main" val="492363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200" b="1" dirty="0">
                <a:latin typeface="+mn-lt"/>
              </a:rPr>
              <a:t>Ülkemizdeki medya hukuku düzenlemelerinin temelini nereden almaktadır?</a:t>
            </a:r>
          </a:p>
        </p:txBody>
      </p:sp>
      <p:sp>
        <p:nvSpPr>
          <p:cNvPr id="3" name="İçerik Yer Tutucusu 2"/>
          <p:cNvSpPr>
            <a:spLocks noGrp="1"/>
          </p:cNvSpPr>
          <p:nvPr>
            <p:ph idx="1"/>
          </p:nvPr>
        </p:nvSpPr>
        <p:spPr>
          <a:xfrm>
            <a:off x="838200" y="1448552"/>
            <a:ext cx="10515600" cy="5277472"/>
          </a:xfrm>
        </p:spPr>
        <p:txBody>
          <a:bodyPr>
            <a:normAutofit fontScale="85000" lnSpcReduction="10000"/>
          </a:bodyPr>
          <a:lstStyle/>
          <a:p>
            <a:pPr marL="0" indent="0" algn="just">
              <a:lnSpc>
                <a:spcPct val="170000"/>
              </a:lnSpc>
              <a:buNone/>
            </a:pPr>
            <a:r>
              <a:rPr lang="tr-TR" dirty="0"/>
              <a:t>Ülkemizdeki medya hukuku düzenlemelerinin temelini Anayasa oluşturmaktadır.</a:t>
            </a:r>
          </a:p>
          <a:p>
            <a:pPr marL="0" indent="0" algn="just">
              <a:lnSpc>
                <a:spcPct val="170000"/>
              </a:lnSpc>
              <a:buNone/>
            </a:pPr>
            <a:r>
              <a:rPr lang="tr-TR" dirty="0"/>
              <a:t>Anayasanın </a:t>
            </a:r>
            <a:r>
              <a:rPr lang="tr-TR" b="1" dirty="0"/>
              <a:t>28. maddesindeki “Basın hürdür, sansür edilemez. Devlet, basın ve haber alma hürriyetini sağlayacak tedbirleri alır.” ifadesi bunun en büyük örneğidir.</a:t>
            </a:r>
          </a:p>
          <a:p>
            <a:pPr marL="0" indent="0" algn="just">
              <a:lnSpc>
                <a:spcPct val="170000"/>
              </a:lnSpc>
              <a:buNone/>
            </a:pPr>
            <a:r>
              <a:rPr lang="tr-TR" dirty="0"/>
              <a:t>Ancak önemle belirtmek gerekir ki ülkemizde medya hukukuna ilişkin kurallar tek bir yasa metninde toplanmış değildir. </a:t>
            </a:r>
          </a:p>
          <a:p>
            <a:pPr marL="0" indent="0" algn="just">
              <a:lnSpc>
                <a:spcPct val="170000"/>
              </a:lnSpc>
              <a:buNone/>
            </a:pPr>
            <a:r>
              <a:rPr lang="tr-TR" dirty="0"/>
              <a:t>Bu alana ilişkin kurallar birçok kanun ve çeşitli yönetmeliklerde yer almaktadır. </a:t>
            </a:r>
          </a:p>
          <a:p>
            <a:pPr marL="0" indent="0" algn="just">
              <a:buNone/>
            </a:pPr>
            <a:endParaRPr lang="tr-TR" dirty="0"/>
          </a:p>
        </p:txBody>
      </p:sp>
    </p:spTree>
    <p:extLst>
      <p:ext uri="{BB962C8B-B14F-4D97-AF65-F5344CB8AC3E}">
        <p14:creationId xmlns:p14="http://schemas.microsoft.com/office/powerpoint/2010/main" val="105158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301658"/>
            <a:ext cx="10515600" cy="5875305"/>
          </a:xfrm>
        </p:spPr>
        <p:txBody>
          <a:bodyPr>
            <a:normAutofit fontScale="85000" lnSpcReduction="20000"/>
          </a:bodyPr>
          <a:lstStyle/>
          <a:p>
            <a:pPr marL="0" indent="0">
              <a:lnSpc>
                <a:spcPct val="170000"/>
              </a:lnSpc>
              <a:buNone/>
            </a:pPr>
            <a:r>
              <a:rPr lang="tr-TR" b="1" dirty="0"/>
              <a:t>Medya hukukunun kaynağını oluşturan mevzuat içerisinde hangi kanunların yer aldığına bir değinelim:</a:t>
            </a:r>
          </a:p>
          <a:p>
            <a:pPr lvl="0">
              <a:lnSpc>
                <a:spcPct val="170000"/>
              </a:lnSpc>
            </a:pPr>
            <a:r>
              <a:rPr lang="tr-TR" dirty="0"/>
              <a:t>Basın Kanunu, </a:t>
            </a:r>
          </a:p>
          <a:p>
            <a:pPr lvl="0">
              <a:lnSpc>
                <a:spcPct val="170000"/>
              </a:lnSpc>
            </a:pPr>
            <a:r>
              <a:rPr lang="tr-TR" dirty="0"/>
              <a:t>Türkiye Radyo Televizyon Kurumu Kanunu, </a:t>
            </a:r>
          </a:p>
          <a:p>
            <a:pPr lvl="0">
              <a:lnSpc>
                <a:spcPct val="170000"/>
              </a:lnSpc>
            </a:pPr>
            <a:r>
              <a:rPr lang="tr-TR" dirty="0"/>
              <a:t>Radyo ve Televizyonların Kuruluşu ve Yayın Hizmetleri Hakkında Kanun, </a:t>
            </a:r>
          </a:p>
          <a:p>
            <a:pPr lvl="0">
              <a:lnSpc>
                <a:spcPct val="170000"/>
              </a:lnSpc>
            </a:pPr>
            <a:r>
              <a:rPr lang="tr-TR" dirty="0"/>
              <a:t>Bilgi Edinme Hakkı Kanunu, </a:t>
            </a:r>
          </a:p>
          <a:p>
            <a:pPr lvl="0">
              <a:lnSpc>
                <a:spcPct val="170000"/>
              </a:lnSpc>
            </a:pPr>
            <a:r>
              <a:rPr lang="tr-TR" dirty="0"/>
              <a:t>İnternet Ortamında Yapılan Yayınların Düzenlenmesi ve Bu Yayınlar Yoluyla İşlenen Suçlarla Mücadele Edilmesi Hakkında Kanun </a:t>
            </a:r>
          </a:p>
          <a:p>
            <a:pPr lvl="0">
              <a:lnSpc>
                <a:spcPct val="170000"/>
              </a:lnSpc>
            </a:pPr>
            <a:r>
              <a:rPr lang="tr-TR" dirty="0"/>
              <a:t>Fikir ve Sanat Eserleri Kanunu mevzuatı oluşturan en temel kanunlardır.</a:t>
            </a:r>
          </a:p>
          <a:p>
            <a:pPr marL="0" indent="0">
              <a:buNone/>
            </a:pPr>
            <a:endParaRPr lang="tr-TR" dirty="0"/>
          </a:p>
        </p:txBody>
      </p:sp>
    </p:spTree>
    <p:extLst>
      <p:ext uri="{BB962C8B-B14F-4D97-AF65-F5344CB8AC3E}">
        <p14:creationId xmlns:p14="http://schemas.microsoft.com/office/powerpoint/2010/main" val="27883177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43932" y="477592"/>
            <a:ext cx="10515600" cy="4351338"/>
          </a:xfrm>
        </p:spPr>
        <p:txBody>
          <a:bodyPr>
            <a:noAutofit/>
          </a:bodyPr>
          <a:lstStyle/>
          <a:p>
            <a:pPr marL="0" indent="0" algn="just">
              <a:lnSpc>
                <a:spcPct val="150000"/>
              </a:lnSpc>
              <a:buNone/>
            </a:pPr>
            <a:r>
              <a:rPr lang="tr-TR" sz="2400" dirty="0"/>
              <a:t>Medya hukukunun temel kavramlarından en önemlisi ise </a:t>
            </a:r>
            <a:r>
              <a:rPr lang="tr-TR" sz="2400" b="1" dirty="0"/>
              <a:t>ifade özgürlüğüdür. </a:t>
            </a:r>
          </a:p>
          <a:p>
            <a:pPr marL="0" indent="0" algn="just">
              <a:lnSpc>
                <a:spcPct val="150000"/>
              </a:lnSpc>
              <a:buNone/>
            </a:pPr>
            <a:r>
              <a:rPr lang="tr-TR" sz="2400" dirty="0"/>
              <a:t>İfade özgürlüğünün </a:t>
            </a:r>
            <a:r>
              <a:rPr lang="tr-TR" sz="2400" b="1" dirty="0"/>
              <a:t>içinde, medya hukuku açısından </a:t>
            </a:r>
            <a:r>
              <a:rPr lang="tr-TR" sz="2400" b="1" dirty="0">
                <a:solidFill>
                  <a:srgbClr val="C00000"/>
                </a:solidFill>
              </a:rPr>
              <a:t>kamuoyunun bilgi edinme hakkı </a:t>
            </a:r>
            <a:r>
              <a:rPr lang="tr-TR" sz="2400" b="1" dirty="0"/>
              <a:t>da bulunmaktadır. </a:t>
            </a:r>
          </a:p>
          <a:p>
            <a:pPr marL="0" indent="0" algn="just">
              <a:lnSpc>
                <a:spcPct val="150000"/>
              </a:lnSpc>
              <a:buNone/>
            </a:pPr>
            <a:r>
              <a:rPr lang="tr-TR" sz="2400" dirty="0"/>
              <a:t>İfade özgürlüğü; onu kullananlar açısından olduğu kadar, </a:t>
            </a:r>
            <a:r>
              <a:rPr lang="tr-TR" sz="2400" b="1" dirty="0"/>
              <a:t>gerçekleri öğrenme özgürlüğüne sahip kişiler açısından da temel haktır.</a:t>
            </a:r>
          </a:p>
          <a:p>
            <a:pPr marL="0" indent="0" algn="just">
              <a:lnSpc>
                <a:spcPct val="150000"/>
              </a:lnSpc>
              <a:buNone/>
            </a:pPr>
            <a:r>
              <a:rPr lang="tr-TR" sz="2400" b="1" dirty="0"/>
              <a:t>Bilgi edinme, yayma, eleştirme, yorumlama ve eser yaratma hakları da yine ifade özgürlüğünden doğmuştur.</a:t>
            </a:r>
          </a:p>
          <a:p>
            <a:pPr marL="0" indent="0" algn="just">
              <a:lnSpc>
                <a:spcPct val="150000"/>
              </a:lnSpc>
              <a:buNone/>
            </a:pPr>
            <a:r>
              <a:rPr lang="tr-TR" sz="2400" dirty="0"/>
              <a:t>Tabii ki bu hak </a:t>
            </a:r>
            <a:r>
              <a:rPr lang="tr-TR" sz="2400" b="1" dirty="0"/>
              <a:t>sınırsız değildir</a:t>
            </a:r>
            <a:r>
              <a:rPr lang="tr-TR" sz="2400" dirty="0"/>
              <a:t>. Hatta doğru şekilde sınırlandırılması çoğu zaman büyük önem taşımaktadır.</a:t>
            </a:r>
          </a:p>
        </p:txBody>
      </p:sp>
    </p:spTree>
    <p:extLst>
      <p:ext uri="{BB962C8B-B14F-4D97-AF65-F5344CB8AC3E}">
        <p14:creationId xmlns:p14="http://schemas.microsoft.com/office/powerpoint/2010/main" val="4160669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sz="3600" b="1" dirty="0">
                <a:latin typeface="+mn-lt"/>
              </a:rPr>
              <a:t>Peki ifade özgürlüğünü sınırlayan haller nelerdir? </a:t>
            </a:r>
            <a:br>
              <a:rPr lang="tr-TR" dirty="0"/>
            </a:br>
            <a:r>
              <a:rPr lang="tr-TR" dirty="0"/>
              <a:t> </a:t>
            </a:r>
          </a:p>
        </p:txBody>
      </p:sp>
      <p:sp>
        <p:nvSpPr>
          <p:cNvPr id="3" name="İçerik Yer Tutucusu 2"/>
          <p:cNvSpPr>
            <a:spLocks noGrp="1"/>
          </p:cNvSpPr>
          <p:nvPr>
            <p:ph idx="1"/>
          </p:nvPr>
        </p:nvSpPr>
        <p:spPr/>
        <p:txBody>
          <a:bodyPr/>
          <a:lstStyle/>
          <a:p>
            <a:pPr marL="0" indent="0">
              <a:buNone/>
            </a:pPr>
            <a:r>
              <a:rPr lang="tr-TR" dirty="0"/>
              <a:t>İfade özgürlüğü;</a:t>
            </a:r>
          </a:p>
          <a:p>
            <a:pPr marL="0" indent="0">
              <a:buNone/>
            </a:pPr>
            <a:endParaRPr lang="tr-TR" dirty="0"/>
          </a:p>
          <a:p>
            <a:pPr lvl="0"/>
            <a:r>
              <a:rPr lang="tr-TR" dirty="0"/>
              <a:t>Ulusal güvenlik, </a:t>
            </a:r>
          </a:p>
          <a:p>
            <a:pPr lvl="0"/>
            <a:r>
              <a:rPr lang="tr-TR" dirty="0"/>
              <a:t>Ülke bütünlüğü, </a:t>
            </a:r>
          </a:p>
          <a:p>
            <a:pPr lvl="0"/>
            <a:r>
              <a:rPr lang="tr-TR" dirty="0"/>
              <a:t>Kamu emniyeti, </a:t>
            </a:r>
          </a:p>
          <a:p>
            <a:pPr lvl="0"/>
            <a:r>
              <a:rPr lang="tr-TR" dirty="0"/>
              <a:t>Suç işlenmesi veya düzensizliğin önlenmesi, </a:t>
            </a:r>
          </a:p>
          <a:p>
            <a:r>
              <a:rPr lang="tr-TR" dirty="0"/>
              <a:t>Genel sağlığın korunması gibi durumlarda yasal düzenlemelerle sınırlandırılmaktadır.</a:t>
            </a:r>
          </a:p>
        </p:txBody>
      </p:sp>
    </p:spTree>
    <p:extLst>
      <p:ext uri="{BB962C8B-B14F-4D97-AF65-F5344CB8AC3E}">
        <p14:creationId xmlns:p14="http://schemas.microsoft.com/office/powerpoint/2010/main" val="1107434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19347" y="2111604"/>
            <a:ext cx="10515600" cy="5601928"/>
          </a:xfrm>
        </p:spPr>
        <p:txBody>
          <a:bodyPr/>
          <a:lstStyle/>
          <a:p>
            <a:pPr marL="0" indent="0" algn="just">
              <a:lnSpc>
                <a:spcPct val="150000"/>
              </a:lnSpc>
              <a:buNone/>
            </a:pPr>
            <a:r>
              <a:rPr lang="tr-TR" b="1"/>
              <a:t>Tabii </a:t>
            </a:r>
            <a:r>
              <a:rPr lang="tr-TR" b="1" dirty="0"/>
              <a:t>böylesine temel bir hakkın sınırlandırılabilmesi de birtakım şartlara bağlanmıştır. Aksi halde unutmayalım ki insan hakları ihlallerine sebep olabilecek sonuçlarla karşılaşılması söz konusu olur.</a:t>
            </a:r>
          </a:p>
          <a:p>
            <a:pPr marL="0" indent="0" algn="just">
              <a:buNone/>
            </a:pPr>
            <a:endParaRPr lang="tr-TR" dirty="0"/>
          </a:p>
        </p:txBody>
      </p:sp>
    </p:spTree>
    <p:extLst>
      <p:ext uri="{BB962C8B-B14F-4D97-AF65-F5344CB8AC3E}">
        <p14:creationId xmlns:p14="http://schemas.microsoft.com/office/powerpoint/2010/main" val="109920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buNone/>
            </a:pPr>
            <a:r>
              <a:rPr lang="tr-TR" b="1" dirty="0"/>
              <a:t>Bu şartlar;</a:t>
            </a:r>
          </a:p>
          <a:p>
            <a:r>
              <a:rPr lang="tr-TR" dirty="0"/>
              <a:t>Öncelikle sınırlandırma mutlaka bir kanunla olmalıdır. </a:t>
            </a:r>
          </a:p>
          <a:p>
            <a:r>
              <a:rPr lang="tr-TR" dirty="0"/>
              <a:t>Sınırlandırmada anayasaya uygunluk şarttır. </a:t>
            </a:r>
          </a:p>
          <a:p>
            <a:r>
              <a:rPr lang="tr-TR" dirty="0"/>
              <a:t>Demokratik toplum düzeninin gereklerine uygunluk ve </a:t>
            </a:r>
          </a:p>
          <a:p>
            <a:r>
              <a:rPr lang="tr-TR" dirty="0"/>
              <a:t>Ölçülülük de yine bu şartlar arasında yer almaktadır.</a:t>
            </a:r>
          </a:p>
          <a:p>
            <a:endParaRPr lang="tr-TR" dirty="0"/>
          </a:p>
        </p:txBody>
      </p:sp>
    </p:spTree>
    <p:extLst>
      <p:ext uri="{BB962C8B-B14F-4D97-AF65-F5344CB8AC3E}">
        <p14:creationId xmlns:p14="http://schemas.microsoft.com/office/powerpoint/2010/main" val="3144063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E89B25-DC17-4670-9E6D-8BA869D42BD2}"/>
              </a:ext>
            </a:extLst>
          </p:cNvPr>
          <p:cNvSpPr>
            <a:spLocks noGrp="1"/>
          </p:cNvSpPr>
          <p:nvPr>
            <p:ph type="title"/>
          </p:nvPr>
        </p:nvSpPr>
        <p:spPr>
          <a:xfrm>
            <a:off x="695325" y="2270125"/>
            <a:ext cx="10515600" cy="1325563"/>
          </a:xfrm>
        </p:spPr>
        <p:txBody>
          <a:bodyPr>
            <a:normAutofit fontScale="90000"/>
          </a:bodyPr>
          <a:lstStyle/>
          <a:p>
            <a:pPr algn="ctr"/>
            <a:r>
              <a:rPr lang="tr-TR" sz="1800" b="1" i="0" u="none" strike="noStrike" baseline="0" dirty="0">
                <a:solidFill>
                  <a:srgbClr val="FFFFFF"/>
                </a:solidFill>
                <a:latin typeface="Calibri,Bold"/>
              </a:rPr>
              <a:t>ÜNİTE</a:t>
            </a:r>
            <a:br>
              <a:rPr lang="tr-TR" sz="1800" b="1" i="0" u="none" strike="noStrike" baseline="0" dirty="0">
                <a:solidFill>
                  <a:srgbClr val="FFFFFF"/>
                </a:solidFill>
                <a:latin typeface="Calibri,Bold"/>
              </a:rPr>
            </a:br>
            <a:r>
              <a:rPr lang="tr-TR" sz="1800" b="1" i="0" u="none" strike="noStrike" baseline="0" dirty="0">
                <a:solidFill>
                  <a:srgbClr val="FFFFFF"/>
                </a:solidFill>
                <a:latin typeface="Calibri,Bold"/>
              </a:rPr>
              <a:t>2</a:t>
            </a:r>
            <a:br>
              <a:rPr lang="tr-TR" sz="1800" b="1" i="0" u="none" strike="noStrike" baseline="0" dirty="0">
                <a:solidFill>
                  <a:srgbClr val="FFFFFF"/>
                </a:solidFill>
                <a:latin typeface="Calibri,Bold"/>
              </a:rPr>
            </a:br>
            <a:r>
              <a:rPr lang="tr-TR" sz="5300" b="1" i="0" u="none" strike="noStrike" baseline="0" dirty="0">
                <a:solidFill>
                  <a:srgbClr val="0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KİTLE İLETİŞİM</a:t>
            </a:r>
            <a:br>
              <a:rPr lang="tr-TR" sz="5300" b="1" i="0" u="none" strike="noStrike" baseline="0" dirty="0">
                <a:solidFill>
                  <a:srgbClr val="0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br>
            <a:r>
              <a:rPr lang="tr-TR" sz="5300" b="1" i="0" u="none" strike="noStrike" baseline="0" dirty="0">
                <a:solidFill>
                  <a:srgbClr val="0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ÖZGÜRLÜĞÜNÜN GENEL</a:t>
            </a:r>
            <a:br>
              <a:rPr lang="tr-TR" sz="5300" b="1" i="0" u="none" strike="noStrike" baseline="0" dirty="0">
                <a:solidFill>
                  <a:srgbClr val="0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br>
            <a:r>
              <a:rPr lang="tr-TR" sz="5300" b="1" i="0" u="none" strike="noStrike" baseline="0" dirty="0">
                <a:solidFill>
                  <a:srgbClr val="0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TEORİSİ</a:t>
            </a:r>
            <a:endParaRPr lang="tr-TR" sz="53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49326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1EB048-71A3-496C-A117-AEF30A39E2F6}"/>
              </a:ext>
            </a:extLst>
          </p:cNvPr>
          <p:cNvSpPr>
            <a:spLocks noGrp="1"/>
          </p:cNvSpPr>
          <p:nvPr>
            <p:ph type="title"/>
          </p:nvPr>
        </p:nvSpPr>
        <p:spPr/>
        <p:txBody>
          <a:bodyPr>
            <a:normAutofit/>
          </a:bodyPr>
          <a:lstStyle/>
          <a:p>
            <a:pPr algn="ctr"/>
            <a:r>
              <a:rPr lang="tr-TR" sz="3200" b="1" i="0" u="none" strike="noStrike" baseline="0" dirty="0">
                <a:effectLst>
                  <a:outerShdw blurRad="38100" dist="38100" dir="2700000" algn="tl">
                    <a:srgbClr val="000000">
                      <a:alpha val="43137"/>
                    </a:srgbClr>
                  </a:outerShdw>
                </a:effectLst>
                <a:latin typeface="Calibri,Bold"/>
              </a:rPr>
              <a:t>Kitle İletişim Özgürlüğü Kavramı</a:t>
            </a:r>
            <a:endParaRPr lang="tr-TR" sz="3200" dirty="0">
              <a:effectLst>
                <a:outerShdw blurRad="38100" dist="38100" dir="2700000" algn="tl">
                  <a:srgbClr val="000000">
                    <a:alpha val="43137"/>
                  </a:srgbClr>
                </a:outerShdw>
              </a:effectLst>
            </a:endParaRPr>
          </a:p>
        </p:txBody>
      </p:sp>
      <p:sp>
        <p:nvSpPr>
          <p:cNvPr id="3" name="İçerik Yer Tutucusu 2">
            <a:extLst>
              <a:ext uri="{FF2B5EF4-FFF2-40B4-BE49-F238E27FC236}">
                <a16:creationId xmlns:a16="http://schemas.microsoft.com/office/drawing/2014/main" id="{DC97B39C-B1EC-4062-B981-626078CC069F}"/>
              </a:ext>
            </a:extLst>
          </p:cNvPr>
          <p:cNvSpPr>
            <a:spLocks noGrp="1"/>
          </p:cNvSpPr>
          <p:nvPr>
            <p:ph idx="1"/>
          </p:nvPr>
        </p:nvSpPr>
        <p:spPr/>
        <p:txBody>
          <a:bodyPr/>
          <a:lstStyle/>
          <a:p>
            <a:pPr marL="0" indent="0">
              <a:buNone/>
            </a:pPr>
            <a:r>
              <a:rPr lang="tr-TR" b="1" dirty="0">
                <a:solidFill>
                  <a:srgbClr val="C00000"/>
                </a:solidFill>
                <a:effectLst>
                  <a:outerShdw blurRad="38100" dist="38100" dir="2700000" algn="tl">
                    <a:srgbClr val="000000">
                      <a:alpha val="43137"/>
                    </a:srgbClr>
                  </a:outerShdw>
                </a:effectLst>
              </a:rPr>
              <a:t>Özgürlük nedir?</a:t>
            </a:r>
          </a:p>
          <a:p>
            <a:pPr marL="0" indent="0">
              <a:buNone/>
            </a:pPr>
            <a:endParaRPr lang="tr-TR" i="1" dirty="0"/>
          </a:p>
          <a:p>
            <a:pPr marL="0" indent="0" algn="just">
              <a:buNone/>
            </a:pPr>
            <a:r>
              <a:rPr lang="tr-TR" sz="2400" i="1" dirty="0"/>
              <a:t>Özgürlük, herhangi bir kısıtlamaya, zorlamaya bağlı olmaksızın düşünme veya davranma, herhangi bir şarta bağlı olmama durumu, serbesti olarak tanımlanmaktadır</a:t>
            </a:r>
            <a:r>
              <a:rPr lang="tr-TR" sz="2400" dirty="0"/>
              <a:t>.</a:t>
            </a:r>
            <a:endParaRPr lang="tr-TR" sz="2400" b="1" dirty="0">
              <a:solidFill>
                <a:srgbClr val="C00000"/>
              </a:solidFill>
            </a:endParaRPr>
          </a:p>
        </p:txBody>
      </p:sp>
    </p:spTree>
    <p:extLst>
      <p:ext uri="{BB962C8B-B14F-4D97-AF65-F5344CB8AC3E}">
        <p14:creationId xmlns:p14="http://schemas.microsoft.com/office/powerpoint/2010/main" val="40623871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FB96C8E-3324-4FA1-8695-2999B1B30052}"/>
              </a:ext>
            </a:extLst>
          </p:cNvPr>
          <p:cNvSpPr>
            <a:spLocks noGrp="1"/>
          </p:cNvSpPr>
          <p:nvPr>
            <p:ph idx="1"/>
          </p:nvPr>
        </p:nvSpPr>
        <p:spPr/>
        <p:txBody>
          <a:bodyPr/>
          <a:lstStyle/>
          <a:p>
            <a:pPr marL="0" indent="0" algn="l">
              <a:buNone/>
            </a:pPr>
            <a:endParaRPr lang="tr-TR" sz="1800" b="0" i="0" u="none" strike="noStrike" baseline="0" dirty="0">
              <a:latin typeface="Calibri" panose="020F0502020204030204" pitchFamily="34" charset="0"/>
            </a:endParaRPr>
          </a:p>
          <a:p>
            <a:pPr marL="0" indent="0" algn="l">
              <a:buNone/>
            </a:pPr>
            <a:endParaRPr lang="tr-TR" sz="1800" dirty="0">
              <a:latin typeface="Calibri" panose="020F0502020204030204" pitchFamily="34" charset="0"/>
            </a:endParaRPr>
          </a:p>
          <a:p>
            <a:pPr marL="0" indent="0" algn="l">
              <a:buNone/>
            </a:pPr>
            <a:r>
              <a:rPr lang="tr-TR" sz="1800" b="0" i="0" u="none" strike="noStrike" baseline="0" dirty="0">
                <a:latin typeface="Calibri" panose="020F0502020204030204" pitchFamily="34" charset="0"/>
              </a:rPr>
              <a:t>                 </a:t>
            </a:r>
            <a:r>
              <a:rPr lang="tr-TR" b="0" i="0" u="none" strike="noStrike" baseline="0" dirty="0">
                <a:latin typeface="Calibri" panose="020F0502020204030204" pitchFamily="34" charset="0"/>
              </a:rPr>
              <a:t>Özgürlük,  dış etki ve kısıtlama olmadan insanın serbest olarak kendi istediğini yapabilmesidir </a:t>
            </a:r>
          </a:p>
        </p:txBody>
      </p:sp>
      <p:sp>
        <p:nvSpPr>
          <p:cNvPr id="4" name="Ok: Sağ 3">
            <a:extLst>
              <a:ext uri="{FF2B5EF4-FFF2-40B4-BE49-F238E27FC236}">
                <a16:creationId xmlns:a16="http://schemas.microsoft.com/office/drawing/2014/main" id="{BF9EF4F7-DEA1-4D39-BB84-C5A950D1AF42}"/>
              </a:ext>
            </a:extLst>
          </p:cNvPr>
          <p:cNvSpPr/>
          <p:nvPr/>
        </p:nvSpPr>
        <p:spPr>
          <a:xfrm>
            <a:off x="952500" y="2562225"/>
            <a:ext cx="714375" cy="390525"/>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b="1" dirty="0">
              <a:solidFill>
                <a:srgbClr val="C00000"/>
              </a:solidFill>
            </a:endParaRPr>
          </a:p>
        </p:txBody>
      </p:sp>
    </p:spTree>
    <p:extLst>
      <p:ext uri="{BB962C8B-B14F-4D97-AF65-F5344CB8AC3E}">
        <p14:creationId xmlns:p14="http://schemas.microsoft.com/office/powerpoint/2010/main" val="19495127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ACC4C1-67E1-4320-9A3C-2AFD6F0062E5}"/>
              </a:ext>
            </a:extLst>
          </p:cNvPr>
          <p:cNvSpPr>
            <a:spLocks noGrp="1"/>
          </p:cNvSpPr>
          <p:nvPr>
            <p:ph type="title"/>
          </p:nvPr>
        </p:nvSpPr>
        <p:spPr/>
        <p:txBody>
          <a:bodyPr>
            <a:normAutofit/>
          </a:bodyPr>
          <a:lstStyle/>
          <a:p>
            <a:r>
              <a:rPr lang="tr-TR" sz="3600" b="1" dirty="0">
                <a:effectLst>
                  <a:outerShdw blurRad="38100" dist="38100" dir="2700000" algn="tl">
                    <a:srgbClr val="000000">
                      <a:alpha val="43137"/>
                    </a:srgbClr>
                  </a:outerShdw>
                </a:effectLst>
              </a:rPr>
              <a:t>ÖZGÜRLÜKLER SINIRSIZ MIDIR?</a:t>
            </a:r>
          </a:p>
        </p:txBody>
      </p:sp>
      <p:sp>
        <p:nvSpPr>
          <p:cNvPr id="3" name="İçerik Yer Tutucusu 2">
            <a:extLst>
              <a:ext uri="{FF2B5EF4-FFF2-40B4-BE49-F238E27FC236}">
                <a16:creationId xmlns:a16="http://schemas.microsoft.com/office/drawing/2014/main" id="{78C517B4-B6F4-427D-B46B-C0FFF057947B}"/>
              </a:ext>
            </a:extLst>
          </p:cNvPr>
          <p:cNvSpPr>
            <a:spLocks noGrp="1"/>
          </p:cNvSpPr>
          <p:nvPr>
            <p:ph idx="1"/>
          </p:nvPr>
        </p:nvSpPr>
        <p:spPr/>
        <p:txBody>
          <a:bodyPr/>
          <a:lstStyle/>
          <a:p>
            <a:pPr marL="0" indent="0" algn="l">
              <a:buNone/>
            </a:pPr>
            <a:r>
              <a:rPr lang="tr-TR" b="0" i="0" u="none" strike="noStrike" baseline="0" dirty="0">
                <a:solidFill>
                  <a:srgbClr val="C00000"/>
                </a:solidFill>
                <a:effectLst>
                  <a:outerShdw blurRad="38100" dist="38100" dir="2700000" algn="tl">
                    <a:srgbClr val="000000">
                      <a:alpha val="43137"/>
                    </a:srgbClr>
                  </a:outerShdw>
                </a:effectLst>
                <a:latin typeface="Calibri" panose="020F0502020204030204" pitchFamily="34" charset="0"/>
              </a:rPr>
              <a:t>Özgürlükler sınırsız değildir. </a:t>
            </a:r>
            <a:r>
              <a:rPr lang="tr-TR" dirty="0">
                <a:solidFill>
                  <a:srgbClr val="C00000"/>
                </a:solidFill>
                <a:effectLst>
                  <a:outerShdw blurRad="38100" dist="38100" dir="2700000" algn="tl">
                    <a:srgbClr val="000000">
                      <a:alpha val="43137"/>
                    </a:srgbClr>
                  </a:outerShdw>
                </a:effectLst>
                <a:latin typeface="Calibri" panose="020F0502020204030204" pitchFamily="34" charset="0"/>
              </a:rPr>
              <a:t>NEDEN?</a:t>
            </a:r>
          </a:p>
          <a:p>
            <a:pPr marL="0" indent="0" algn="l">
              <a:buNone/>
            </a:pPr>
            <a:endParaRPr lang="tr-TR" sz="2400" dirty="0">
              <a:latin typeface="Calibri" panose="020F0502020204030204" pitchFamily="34" charset="0"/>
            </a:endParaRPr>
          </a:p>
          <a:p>
            <a:pPr algn="just"/>
            <a:r>
              <a:rPr lang="tr-TR" sz="2400" b="0" i="0" dirty="0">
                <a:solidFill>
                  <a:srgbClr val="323232"/>
                </a:solidFill>
                <a:effectLst/>
                <a:latin typeface="Arial" panose="020B0604020202020204" pitchFamily="34" charset="0"/>
              </a:rPr>
              <a:t>İnsanın varoluşundan bu yana özgürlük arayışındadır.</a:t>
            </a:r>
          </a:p>
          <a:p>
            <a:pPr algn="just"/>
            <a:r>
              <a:rPr lang="tr-TR" sz="2400" b="0" i="0" dirty="0">
                <a:solidFill>
                  <a:srgbClr val="323232"/>
                </a:solidFill>
                <a:effectLst/>
                <a:latin typeface="Arial" panose="020B0604020202020204" pitchFamily="34" charset="0"/>
              </a:rPr>
              <a:t> İnsan aynı zamanda hemcinsleriyle birlikte yaşamak zorunda olan bir varlık olduğu için bu ilkenin mutlak olmadığının farkındadır. </a:t>
            </a:r>
          </a:p>
          <a:p>
            <a:pPr algn="just"/>
            <a:r>
              <a:rPr lang="tr-TR" sz="2400" b="0" i="0" dirty="0">
                <a:solidFill>
                  <a:srgbClr val="323232"/>
                </a:solidFill>
                <a:effectLst/>
                <a:latin typeface="Arial" panose="020B0604020202020204" pitchFamily="34" charset="0"/>
              </a:rPr>
              <a:t>Toplumsal hayatın olduğu yerde sınırsız özgürlük mümkün değildir.</a:t>
            </a:r>
          </a:p>
          <a:p>
            <a:pPr algn="just"/>
            <a:r>
              <a:rPr lang="tr-TR" sz="2400" b="0" i="0" dirty="0">
                <a:solidFill>
                  <a:srgbClr val="323232"/>
                </a:solidFill>
                <a:effectLst/>
                <a:latin typeface="Arial" panose="020B0604020202020204" pitchFamily="34" charset="0"/>
              </a:rPr>
              <a:t>Yalnızlık söz konusu değilse -ki değildir- özgürlük sınırlıdır.</a:t>
            </a:r>
          </a:p>
          <a:p>
            <a:pPr marL="0" indent="0" algn="l">
              <a:buNone/>
            </a:pPr>
            <a:endParaRPr lang="tr-TR" sz="2400" b="0" i="0" u="none" strike="noStrike" baseline="0" dirty="0">
              <a:latin typeface="Calibri" panose="020F0502020204030204" pitchFamily="34" charset="0"/>
            </a:endParaRPr>
          </a:p>
          <a:p>
            <a:pPr marL="0" indent="0" algn="l">
              <a:buNone/>
            </a:pPr>
            <a:endParaRPr lang="tr-TR" sz="1800" dirty="0">
              <a:latin typeface="Calibri" panose="020F0502020204030204" pitchFamily="34" charset="0"/>
            </a:endParaRPr>
          </a:p>
        </p:txBody>
      </p:sp>
    </p:spTree>
    <p:extLst>
      <p:ext uri="{BB962C8B-B14F-4D97-AF65-F5344CB8AC3E}">
        <p14:creationId xmlns:p14="http://schemas.microsoft.com/office/powerpoint/2010/main" val="262428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1A65E83-A171-4F55-9B02-4526768740AE}"/>
              </a:ext>
            </a:extLst>
          </p:cNvPr>
          <p:cNvSpPr>
            <a:spLocks noGrp="1"/>
          </p:cNvSpPr>
          <p:nvPr>
            <p:ph idx="1"/>
          </p:nvPr>
        </p:nvSpPr>
        <p:spPr>
          <a:xfrm>
            <a:off x="838200" y="1253331"/>
            <a:ext cx="10515600" cy="4351338"/>
          </a:xfrm>
        </p:spPr>
        <p:txBody>
          <a:bodyPr/>
          <a:lstStyle/>
          <a:p>
            <a:pPr algn="l"/>
            <a:r>
              <a:rPr lang="tr-TR" sz="2400" b="0" i="0" u="none" strike="noStrike" baseline="0" dirty="0">
                <a:latin typeface="Calibri" panose="020F0502020204030204" pitchFamily="34" charset="0"/>
              </a:rPr>
              <a:t>1215 yılında imzalanan </a:t>
            </a:r>
            <a:r>
              <a:rPr lang="tr-TR" sz="2400" b="0" i="0" u="none" strike="noStrike" baseline="0" dirty="0" err="1">
                <a:latin typeface="Calibri" panose="020F0502020204030204" pitchFamily="34" charset="0"/>
              </a:rPr>
              <a:t>Magna</a:t>
            </a:r>
            <a:r>
              <a:rPr lang="tr-TR" sz="2400" dirty="0">
                <a:latin typeface="Calibri" panose="020F0502020204030204" pitchFamily="34" charset="0"/>
              </a:rPr>
              <a:t> </a:t>
            </a:r>
            <a:r>
              <a:rPr lang="sv-SE" sz="2400" b="0" i="0" u="none" strike="noStrike" baseline="0" dirty="0">
                <a:latin typeface="Calibri" panose="020F0502020204030204" pitchFamily="34" charset="0"/>
              </a:rPr>
              <a:t>Carta</a:t>
            </a:r>
            <a:endParaRPr lang="tr-TR" sz="2400" b="0" i="0" u="none" strike="noStrike" baseline="0" dirty="0">
              <a:latin typeface="Calibri" panose="020F0502020204030204" pitchFamily="34" charset="0"/>
            </a:endParaRPr>
          </a:p>
          <a:p>
            <a:pPr marL="0" indent="0" algn="l">
              <a:buNone/>
            </a:pPr>
            <a:endParaRPr lang="tr-TR" sz="2400" b="0" i="0" u="none" strike="noStrike" baseline="0" dirty="0">
              <a:latin typeface="Calibri" panose="020F0502020204030204" pitchFamily="34" charset="0"/>
            </a:endParaRPr>
          </a:p>
          <a:p>
            <a:pPr algn="l"/>
            <a:r>
              <a:rPr lang="sv-SE" sz="2400" b="0" i="0" u="none" strike="noStrike" baseline="0" dirty="0">
                <a:latin typeface="Calibri" panose="020F0502020204030204" pitchFamily="34" charset="0"/>
              </a:rPr>
              <a:t>1679 Haklar Bildirisi</a:t>
            </a:r>
            <a:endParaRPr lang="tr-TR" sz="2400" b="0" i="0" u="none" strike="noStrike" baseline="0" dirty="0">
              <a:latin typeface="Calibri" panose="020F0502020204030204" pitchFamily="34" charset="0"/>
            </a:endParaRPr>
          </a:p>
          <a:p>
            <a:pPr marL="0" indent="0" algn="l">
              <a:buNone/>
            </a:pPr>
            <a:endParaRPr lang="tr-TR" sz="2400" b="0" i="0" u="none" strike="noStrike" baseline="0" dirty="0">
              <a:latin typeface="Calibri" panose="020F0502020204030204" pitchFamily="34" charset="0"/>
            </a:endParaRPr>
          </a:p>
          <a:p>
            <a:pPr algn="l"/>
            <a:r>
              <a:rPr lang="sv-SE" sz="2400" b="0" i="0" u="none" strike="noStrike" baseline="0" dirty="0">
                <a:latin typeface="Calibri" panose="020F0502020204030204" pitchFamily="34" charset="0"/>
              </a:rPr>
              <a:t>1776 yılında ilan edilen Amerikan</a:t>
            </a:r>
            <a:r>
              <a:rPr lang="tr-TR" sz="2400" b="0" i="0" u="none" strike="noStrike" baseline="0" dirty="0">
                <a:latin typeface="Calibri" panose="020F0502020204030204" pitchFamily="34" charset="0"/>
              </a:rPr>
              <a:t> Bağımsızlık Bildirgesi</a:t>
            </a:r>
          </a:p>
          <a:p>
            <a:pPr marL="0" indent="0" algn="l">
              <a:buNone/>
            </a:pPr>
            <a:endParaRPr lang="tr-TR" sz="2400" b="0" i="0" u="none" strike="noStrike" baseline="0" dirty="0">
              <a:latin typeface="Calibri" panose="020F0502020204030204" pitchFamily="34" charset="0"/>
            </a:endParaRPr>
          </a:p>
          <a:p>
            <a:pPr algn="l"/>
            <a:r>
              <a:rPr lang="tr-TR" sz="2400" b="0" i="0" u="none" strike="noStrike" baseline="0" dirty="0">
                <a:latin typeface="Calibri" panose="020F0502020204030204" pitchFamily="34" charset="0"/>
              </a:rPr>
              <a:t>1789 Fransız Devrimi’nin etkisi yadsınamaz</a:t>
            </a:r>
            <a:endParaRPr lang="tr-TR" sz="2400" dirty="0"/>
          </a:p>
          <a:p>
            <a:pPr marL="0" indent="0">
              <a:buNone/>
            </a:pPr>
            <a:endParaRPr lang="tr-TR" dirty="0"/>
          </a:p>
        </p:txBody>
      </p:sp>
    </p:spTree>
    <p:extLst>
      <p:ext uri="{BB962C8B-B14F-4D97-AF65-F5344CB8AC3E}">
        <p14:creationId xmlns:p14="http://schemas.microsoft.com/office/powerpoint/2010/main" val="1799377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D957E26-A5B9-47CE-B92E-DF7FDF0B5702}"/>
              </a:ext>
            </a:extLst>
          </p:cNvPr>
          <p:cNvSpPr>
            <a:spLocks noGrp="1"/>
          </p:cNvSpPr>
          <p:nvPr>
            <p:ph type="title"/>
          </p:nvPr>
        </p:nvSpPr>
        <p:spPr>
          <a:xfrm>
            <a:off x="576262" y="336550"/>
            <a:ext cx="11039475" cy="1325563"/>
          </a:xfrm>
        </p:spPr>
        <p:txBody>
          <a:bodyPr>
            <a:normAutofit/>
          </a:bodyPr>
          <a:lstStyle/>
          <a:p>
            <a:r>
              <a:rPr lang="tr-TR" sz="3200" b="1" dirty="0">
                <a:solidFill>
                  <a:srgbClr val="C00000"/>
                </a:solidFill>
                <a:latin typeface="Arial" panose="020B0604020202020204" pitchFamily="34" charset="0"/>
              </a:rPr>
              <a:t>T</a:t>
            </a:r>
            <a:r>
              <a:rPr lang="tr-TR" sz="3200" b="1" i="0" dirty="0">
                <a:solidFill>
                  <a:srgbClr val="C00000"/>
                </a:solidFill>
                <a:effectLst/>
                <a:latin typeface="Arial" panose="020B0604020202020204" pitchFamily="34" charset="0"/>
              </a:rPr>
              <a:t>emel hak ve özgürlükler ile otorite arasında </a:t>
            </a:r>
            <a:br>
              <a:rPr lang="tr-TR" sz="3200" b="1" i="0" dirty="0">
                <a:solidFill>
                  <a:srgbClr val="C00000"/>
                </a:solidFill>
                <a:effectLst/>
                <a:latin typeface="Arial" panose="020B0604020202020204" pitchFamily="34" charset="0"/>
              </a:rPr>
            </a:br>
            <a:r>
              <a:rPr lang="tr-TR" sz="3200" b="1" i="0" dirty="0">
                <a:solidFill>
                  <a:srgbClr val="C00000"/>
                </a:solidFill>
                <a:effectLst/>
                <a:latin typeface="Arial" panose="020B0604020202020204" pitchFamily="34" charset="0"/>
              </a:rPr>
              <a:t>paradoksal bir ilişki vardır.</a:t>
            </a:r>
            <a:endParaRPr lang="tr-TR" sz="3200" b="1" dirty="0">
              <a:solidFill>
                <a:srgbClr val="C00000"/>
              </a:solidFill>
            </a:endParaRPr>
          </a:p>
        </p:txBody>
      </p:sp>
      <p:sp>
        <p:nvSpPr>
          <p:cNvPr id="3" name="İçerik Yer Tutucusu 2">
            <a:extLst>
              <a:ext uri="{FF2B5EF4-FFF2-40B4-BE49-F238E27FC236}">
                <a16:creationId xmlns:a16="http://schemas.microsoft.com/office/drawing/2014/main" id="{7AAD33C9-6B36-45FB-84BD-80FC0D3BDB68}"/>
              </a:ext>
            </a:extLst>
          </p:cNvPr>
          <p:cNvSpPr>
            <a:spLocks noGrp="1"/>
          </p:cNvSpPr>
          <p:nvPr>
            <p:ph idx="1"/>
          </p:nvPr>
        </p:nvSpPr>
        <p:spPr>
          <a:xfrm>
            <a:off x="533400" y="1778000"/>
            <a:ext cx="10877550" cy="4351338"/>
          </a:xfrm>
        </p:spPr>
        <p:txBody>
          <a:bodyPr>
            <a:normAutofit/>
          </a:bodyPr>
          <a:lstStyle/>
          <a:p>
            <a:pPr marL="0" indent="0" algn="just">
              <a:buNone/>
            </a:pPr>
            <a:r>
              <a:rPr lang="tr-TR" sz="2400" b="0" i="0" dirty="0">
                <a:solidFill>
                  <a:srgbClr val="323232"/>
                </a:solidFill>
                <a:effectLst/>
              </a:rPr>
              <a:t>Anayasa’ya göre herkes temel hak ve özgürlüklerinin “</a:t>
            </a:r>
            <a:r>
              <a:rPr lang="tr-TR" sz="2400" b="0" i="1" dirty="0">
                <a:solidFill>
                  <a:srgbClr val="323232"/>
                </a:solidFill>
                <a:effectLst/>
              </a:rPr>
              <a:t>kamu gücü tarafından</a:t>
            </a:r>
            <a:r>
              <a:rPr lang="tr-TR" sz="2400" b="0" i="0" dirty="0">
                <a:solidFill>
                  <a:srgbClr val="323232"/>
                </a:solidFill>
                <a:effectLst/>
              </a:rPr>
              <a:t> </a:t>
            </a:r>
            <a:r>
              <a:rPr lang="tr-TR" sz="2400" b="0" i="1" dirty="0">
                <a:solidFill>
                  <a:srgbClr val="323232"/>
                </a:solidFill>
                <a:effectLst/>
              </a:rPr>
              <a:t>ihlal edildiği iddiasıyla</a:t>
            </a:r>
            <a:r>
              <a:rPr lang="tr-TR" sz="2400" b="0" i="0" dirty="0">
                <a:solidFill>
                  <a:srgbClr val="323232"/>
                </a:solidFill>
                <a:effectLst/>
              </a:rPr>
              <a:t>” Anayasa Mahkemesine bireysel başvuruda bulunabilir. </a:t>
            </a:r>
          </a:p>
          <a:p>
            <a:pPr marL="0" indent="0" algn="just">
              <a:buNone/>
            </a:pPr>
            <a:r>
              <a:rPr lang="tr-TR" sz="2400" b="0" i="0" dirty="0">
                <a:solidFill>
                  <a:srgbClr val="323232"/>
                </a:solidFill>
                <a:effectLst/>
              </a:rPr>
              <a:t>Diğer taraftan bakarsak ise  temel hak ve özgürlüklerin korunması, özellikle de hak ihlallerine ilişkin kararların uygulanması kamu gücünün kullanılmasını gerektirmektedir.</a:t>
            </a:r>
            <a:endParaRPr lang="tr-TR" sz="2400" dirty="0">
              <a:solidFill>
                <a:srgbClr val="323232"/>
              </a:solidFill>
            </a:endParaRPr>
          </a:p>
          <a:p>
            <a:pPr marL="0" indent="0" algn="just">
              <a:buNone/>
            </a:pPr>
            <a:r>
              <a:rPr lang="tr-TR" sz="2400" dirty="0"/>
              <a:t>İnsan hakları Devletten önce de var olan haklardır. </a:t>
            </a:r>
          </a:p>
          <a:p>
            <a:pPr marL="0" indent="0" algn="just">
              <a:buNone/>
            </a:pPr>
            <a:r>
              <a:rPr lang="tr-TR" sz="2400" dirty="0"/>
              <a:t>İnsan haklarına Devlet güvencesi sağlandığında, “temel haklar” diye adlandırılmaktadırlar.</a:t>
            </a:r>
          </a:p>
          <a:p>
            <a:pPr marL="0" indent="0" algn="just">
              <a:buNone/>
            </a:pPr>
            <a:endParaRPr lang="tr-TR" sz="2400" dirty="0"/>
          </a:p>
        </p:txBody>
      </p:sp>
    </p:spTree>
    <p:extLst>
      <p:ext uri="{BB962C8B-B14F-4D97-AF65-F5344CB8AC3E}">
        <p14:creationId xmlns:p14="http://schemas.microsoft.com/office/powerpoint/2010/main" val="39047813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E45DB0F-7868-40FC-ABBF-81D79259EF66}"/>
              </a:ext>
            </a:extLst>
          </p:cNvPr>
          <p:cNvSpPr>
            <a:spLocks noGrp="1"/>
          </p:cNvSpPr>
          <p:nvPr>
            <p:ph idx="1"/>
          </p:nvPr>
        </p:nvSpPr>
        <p:spPr>
          <a:xfrm>
            <a:off x="523875" y="1535112"/>
            <a:ext cx="10972800" cy="4351338"/>
          </a:xfrm>
        </p:spPr>
        <p:txBody>
          <a:bodyPr>
            <a:normAutofit/>
          </a:bodyPr>
          <a:lstStyle/>
          <a:p>
            <a:pPr marL="0" indent="0" algn="just">
              <a:buNone/>
            </a:pPr>
            <a:r>
              <a:rPr lang="tr-TR" sz="2400" b="0" i="0" u="none" strike="noStrike" baseline="0" dirty="0">
                <a:latin typeface="Calibri" panose="020F0502020204030204" pitchFamily="34" charset="0"/>
              </a:rPr>
              <a:t>Kitle iletişim özgürlüğü ise kitle iletişim araçlarının ortaya çıkması ile ortaya çıkmıştır.</a:t>
            </a:r>
          </a:p>
          <a:p>
            <a:pPr marL="0" indent="0" algn="just">
              <a:buNone/>
            </a:pPr>
            <a:r>
              <a:rPr lang="tr-TR" sz="2400" b="0" i="0" u="none" strike="noStrike" baseline="0" dirty="0">
                <a:latin typeface="Calibri" panose="020F0502020204030204" pitchFamily="34" charset="0"/>
              </a:rPr>
              <a:t>Kitle iletişim araçları olan gazete, dergi, sinema, radyo,</a:t>
            </a:r>
            <a:r>
              <a:rPr lang="tr-TR" sz="2400" dirty="0">
                <a:latin typeface="Calibri" panose="020F0502020204030204" pitchFamily="34" charset="0"/>
              </a:rPr>
              <a:t> </a:t>
            </a:r>
            <a:r>
              <a:rPr lang="tr-TR" sz="2400" b="0" i="0" u="none" strike="noStrike" baseline="0" dirty="0">
                <a:latin typeface="Calibri" panose="020F0502020204030204" pitchFamily="34" charset="0"/>
              </a:rPr>
              <a:t>televizyon ve internetin gelişmesi ve insanların hayatında önemli bir yer tutması ile ortaya çıkmıştır.</a:t>
            </a:r>
          </a:p>
          <a:p>
            <a:pPr marL="0" indent="0" algn="just">
              <a:buNone/>
            </a:pPr>
            <a:endParaRPr lang="tr-TR" sz="2400" b="0" i="0" u="none" strike="noStrike" baseline="0" dirty="0">
              <a:solidFill>
                <a:srgbClr val="C00000"/>
              </a:solidFill>
              <a:effectLst>
                <a:outerShdw blurRad="38100" dist="38100" dir="2700000" algn="tl">
                  <a:srgbClr val="000000">
                    <a:alpha val="43137"/>
                  </a:srgbClr>
                </a:outerShdw>
              </a:effectLst>
              <a:latin typeface="Calibri" panose="020F0502020204030204" pitchFamily="34" charset="0"/>
            </a:endParaRPr>
          </a:p>
          <a:p>
            <a:pPr marL="0" indent="0" algn="just">
              <a:buNone/>
            </a:pPr>
            <a:r>
              <a:rPr lang="tr-TR" sz="2400" b="0" i="0" u="none" strike="noStrike" baseline="0" dirty="0">
                <a:solidFill>
                  <a:srgbClr val="C00000"/>
                </a:solidFill>
                <a:effectLst>
                  <a:outerShdw blurRad="38100" dist="38100" dir="2700000" algn="tl">
                    <a:srgbClr val="000000">
                      <a:alpha val="43137"/>
                    </a:srgbClr>
                  </a:outerShdw>
                </a:effectLst>
                <a:latin typeface="Calibri" panose="020F0502020204030204" pitchFamily="34" charset="0"/>
              </a:rPr>
              <a:t>Kitle iletişim özgürlüğü, bilgi ve haberlerin, fikir ve kanaatlerin kitle iletişim araçlarıyla serbestçe elde edilmesi ve yayılması özgürlüğü olarak ifade edilebilir. Bu özgürlük, hem bireysel hem de toplu olarak kullanılan bir özgürlüktür</a:t>
            </a:r>
            <a:endParaRPr lang="tr-TR" sz="2400"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841708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10C0DB8-608B-4F97-AC72-D2CC21A2D0D4}"/>
              </a:ext>
            </a:extLst>
          </p:cNvPr>
          <p:cNvSpPr>
            <a:spLocks noGrp="1"/>
          </p:cNvSpPr>
          <p:nvPr>
            <p:ph idx="1"/>
          </p:nvPr>
        </p:nvSpPr>
        <p:spPr>
          <a:xfrm>
            <a:off x="666750" y="1597025"/>
            <a:ext cx="10515600" cy="4351338"/>
          </a:xfrm>
        </p:spPr>
        <p:txBody>
          <a:bodyPr>
            <a:normAutofit/>
          </a:bodyPr>
          <a:lstStyle/>
          <a:p>
            <a:pPr algn="l"/>
            <a:r>
              <a:rPr lang="tr-TR" sz="2400" b="0" i="0" u="none" strike="noStrike" baseline="0" dirty="0">
                <a:solidFill>
                  <a:srgbClr val="000000"/>
                </a:solidFill>
                <a:latin typeface="Calibri" panose="020F0502020204030204" pitchFamily="34" charset="0"/>
              </a:rPr>
              <a:t>Kitle iletişim özgürlüğü sayesinde hem bireyler hem de </a:t>
            </a:r>
            <a:r>
              <a:rPr lang="tr-TR" sz="2400" dirty="0">
                <a:solidFill>
                  <a:srgbClr val="000000"/>
                </a:solidFill>
                <a:latin typeface="Calibri" panose="020F0502020204030204" pitchFamily="34" charset="0"/>
              </a:rPr>
              <a:t>yöneticiler  </a:t>
            </a:r>
            <a:r>
              <a:rPr lang="tr-TR" sz="2400" b="0" i="0" u="none" strike="noStrike" baseline="0" dirty="0">
                <a:solidFill>
                  <a:srgbClr val="000000"/>
                </a:solidFill>
                <a:latin typeface="Calibri" panose="020F0502020204030204" pitchFamily="34" charset="0"/>
              </a:rPr>
              <a:t>fikir ve kanaatlerini  serbest olarak açıklayabilmektedir.</a:t>
            </a:r>
          </a:p>
          <a:p>
            <a:pPr algn="l"/>
            <a:r>
              <a:rPr lang="tr-TR" sz="2400" b="0" i="0" u="none" strike="noStrike" baseline="0" dirty="0">
                <a:solidFill>
                  <a:srgbClr val="000000"/>
                </a:solidFill>
                <a:latin typeface="Calibri" panose="020F0502020204030204" pitchFamily="34" charset="0"/>
              </a:rPr>
              <a:t> Kitle iletişim özgürlüğünün temelinde bu serbestlik yatmaktadır. </a:t>
            </a:r>
          </a:p>
          <a:p>
            <a:pPr algn="l"/>
            <a:r>
              <a:rPr lang="tr-TR" sz="2400" b="0" i="0" u="none" strike="noStrike" baseline="0" dirty="0">
                <a:solidFill>
                  <a:srgbClr val="000000"/>
                </a:solidFill>
                <a:latin typeface="Calibri" panose="020F0502020204030204" pitchFamily="34" charset="0"/>
              </a:rPr>
              <a:t>Düşünce ve ifade özgürlüğü ile kitle iletişim özgürlüğü arasında çok yakın bir ilişki söz konusudur. </a:t>
            </a:r>
          </a:p>
          <a:p>
            <a:pPr algn="just"/>
            <a:r>
              <a:rPr lang="tr-TR" sz="2400" b="0" i="1" u="none" strike="noStrike" baseline="0" dirty="0">
                <a:solidFill>
                  <a:srgbClr val="C00000"/>
                </a:solidFill>
                <a:effectLst>
                  <a:outerShdw blurRad="38100" dist="38100" dir="2700000" algn="tl">
                    <a:srgbClr val="000000">
                      <a:alpha val="43137"/>
                    </a:srgbClr>
                  </a:outerShdw>
                </a:effectLst>
                <a:latin typeface="Calibri,Italic"/>
              </a:rPr>
              <a:t>Bu nedenle, düşünce ve ifade özgürlüğünün olmadığı bir toplumda kitle iletişim özgürlüğünden bahsedilemeyeceği gibi, kitle iletişim özgürlüğü bulunmayan bir toplumda da düşünce ve ifade özgürlüğünün bulunduğundan bahsetmek mümkün değildir. </a:t>
            </a:r>
          </a:p>
          <a:p>
            <a:pPr algn="l"/>
            <a:r>
              <a:rPr lang="tr-TR" sz="2400" b="0" i="0" u="none" strike="noStrike" baseline="0" dirty="0">
                <a:solidFill>
                  <a:srgbClr val="000000"/>
                </a:solidFill>
                <a:latin typeface="Calibri" panose="020F0502020204030204" pitchFamily="34" charset="0"/>
              </a:rPr>
              <a:t>İkisi arasında birbirini tamamlayan bir durum söz konusudur.</a:t>
            </a:r>
            <a:endParaRPr lang="tr-TR" sz="2400" dirty="0"/>
          </a:p>
        </p:txBody>
      </p:sp>
    </p:spTree>
    <p:extLst>
      <p:ext uri="{BB962C8B-B14F-4D97-AF65-F5344CB8AC3E}">
        <p14:creationId xmlns:p14="http://schemas.microsoft.com/office/powerpoint/2010/main" val="28823542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B76121-AB79-45FF-A922-41E873DEA650}"/>
              </a:ext>
            </a:extLst>
          </p:cNvPr>
          <p:cNvSpPr>
            <a:spLocks noGrp="1"/>
          </p:cNvSpPr>
          <p:nvPr>
            <p:ph type="title"/>
          </p:nvPr>
        </p:nvSpPr>
        <p:spPr>
          <a:xfrm>
            <a:off x="762000" y="-92075"/>
            <a:ext cx="10515600" cy="1325563"/>
          </a:xfrm>
        </p:spPr>
        <p:txBody>
          <a:bodyPr>
            <a:normAutofit/>
          </a:bodyPr>
          <a:lstStyle/>
          <a:p>
            <a:pPr algn="ctr"/>
            <a:r>
              <a:rPr lang="tr-TR" sz="2800" b="1" i="0" u="none" strike="noStrike" baseline="0" dirty="0">
                <a:effectLst>
                  <a:outerShdw blurRad="38100" dist="38100" dir="2700000" algn="tl">
                    <a:srgbClr val="000000">
                      <a:alpha val="43137"/>
                    </a:srgbClr>
                  </a:outerShdw>
                </a:effectLst>
                <a:latin typeface="Calibri,Bold"/>
              </a:rPr>
              <a:t>Düşünce ve İfade Özgürlüğü Bağlamında Kitle İletişim</a:t>
            </a:r>
            <a:br>
              <a:rPr lang="tr-TR" sz="2800" b="1" i="0" u="none" strike="noStrike" baseline="0" dirty="0">
                <a:effectLst>
                  <a:outerShdw blurRad="38100" dist="38100" dir="2700000" algn="tl">
                    <a:srgbClr val="000000">
                      <a:alpha val="43137"/>
                    </a:srgbClr>
                  </a:outerShdw>
                </a:effectLst>
                <a:latin typeface="Calibri,Bold"/>
              </a:rPr>
            </a:br>
            <a:r>
              <a:rPr lang="tr-TR" sz="2800" b="1" i="0" u="none" strike="noStrike" baseline="0" dirty="0">
                <a:effectLst>
                  <a:outerShdw blurRad="38100" dist="38100" dir="2700000" algn="tl">
                    <a:srgbClr val="000000">
                      <a:alpha val="43137"/>
                    </a:srgbClr>
                  </a:outerShdw>
                </a:effectLst>
                <a:latin typeface="Calibri,Bold"/>
              </a:rPr>
              <a:t>Özgürlüğü</a:t>
            </a:r>
            <a:endParaRPr lang="tr-TR" sz="2800" dirty="0">
              <a:effectLst>
                <a:outerShdw blurRad="38100" dist="38100" dir="2700000" algn="tl">
                  <a:srgbClr val="000000">
                    <a:alpha val="43137"/>
                  </a:srgbClr>
                </a:outerShdw>
              </a:effectLst>
            </a:endParaRPr>
          </a:p>
        </p:txBody>
      </p:sp>
      <p:sp>
        <p:nvSpPr>
          <p:cNvPr id="3" name="İçerik Yer Tutucusu 2">
            <a:extLst>
              <a:ext uri="{FF2B5EF4-FFF2-40B4-BE49-F238E27FC236}">
                <a16:creationId xmlns:a16="http://schemas.microsoft.com/office/drawing/2014/main" id="{F0BC072E-9E32-4D21-B4DB-1B95DDD0860E}"/>
              </a:ext>
            </a:extLst>
          </p:cNvPr>
          <p:cNvSpPr>
            <a:spLocks noGrp="1"/>
          </p:cNvSpPr>
          <p:nvPr>
            <p:ph idx="1"/>
          </p:nvPr>
        </p:nvSpPr>
        <p:spPr>
          <a:xfrm>
            <a:off x="762000" y="1408113"/>
            <a:ext cx="10515600" cy="4351338"/>
          </a:xfrm>
        </p:spPr>
        <p:txBody>
          <a:bodyPr>
            <a:noAutofit/>
          </a:bodyPr>
          <a:lstStyle/>
          <a:p>
            <a:pPr algn="l"/>
            <a:r>
              <a:rPr lang="tr-TR" sz="2000" b="0" i="0" u="none" strike="noStrike" baseline="0" dirty="0">
                <a:solidFill>
                  <a:srgbClr val="C00000"/>
                </a:solidFill>
                <a:effectLst>
                  <a:outerShdw blurRad="38100" dist="38100" dir="2700000" algn="tl">
                    <a:srgbClr val="000000">
                      <a:alpha val="43137"/>
                    </a:srgbClr>
                  </a:outerShdw>
                </a:effectLst>
                <a:latin typeface="Calibri" panose="020F0502020204030204" pitchFamily="34" charset="0"/>
              </a:rPr>
              <a:t>Düşünceyi açıklama özgürlüğü, kişilerin haber, düşünce, bilgilere serbestçe ulaşabilmesi, bunun sonucu olarak da oluşan kanaatlerinden dolayı kınanamaması anlamına gelmektedir. </a:t>
            </a:r>
          </a:p>
          <a:p>
            <a:pPr algn="l"/>
            <a:r>
              <a:rPr lang="tr-TR" sz="2000" b="0" i="0" u="none" strike="noStrike" baseline="0" dirty="0">
                <a:solidFill>
                  <a:srgbClr val="000000"/>
                </a:solidFill>
                <a:latin typeface="Calibri" panose="020F0502020204030204" pitchFamily="34" charset="0"/>
              </a:rPr>
              <a:t>Ayrıca düşünce ve kanaatlerini serbest bir şekilde açıklayabilmesi ve yayabilmesi özgürlüğünü de kapsamaktadır. </a:t>
            </a:r>
          </a:p>
          <a:p>
            <a:pPr algn="l"/>
            <a:r>
              <a:rPr lang="tr-TR" sz="2000" b="0" i="0" u="none" strike="noStrike" baseline="0" dirty="0">
                <a:solidFill>
                  <a:srgbClr val="000000"/>
                </a:solidFill>
                <a:latin typeface="Calibri" panose="020F0502020204030204" pitchFamily="34" charset="0"/>
              </a:rPr>
              <a:t>Bu süreçte birey tek başına ya da toplu olarak çeşitli araçlar vasıtasıyla bu özgürlüğü gerçekleştirir. </a:t>
            </a:r>
          </a:p>
          <a:p>
            <a:pPr algn="l"/>
            <a:r>
              <a:rPr lang="tr-TR" sz="2000" b="0" i="0" u="none" strike="noStrike" baseline="0" dirty="0">
                <a:solidFill>
                  <a:srgbClr val="000000"/>
                </a:solidFill>
                <a:latin typeface="Calibri" panose="020F0502020204030204" pitchFamily="34" charset="0"/>
              </a:rPr>
              <a:t>Düşünce ve ifade özgürlüğünün toplu hâlde açıklanması dernek ve sendikalara katılmakla gerçekleşir. </a:t>
            </a:r>
          </a:p>
          <a:p>
            <a:pPr algn="l"/>
            <a:r>
              <a:rPr lang="tr-TR" sz="2000" b="0" i="0" u="none" strike="noStrike" baseline="0" dirty="0">
                <a:solidFill>
                  <a:srgbClr val="000000"/>
                </a:solidFill>
                <a:latin typeface="Calibri" panose="020F0502020204030204" pitchFamily="34" charset="0"/>
              </a:rPr>
              <a:t>O hâlde düşünce ve ifade özgürlüğü, toplanma ve dernek kurma özgürlüğünü ayrıca din ve vicdan özgürlüğünü de içermektedir. </a:t>
            </a:r>
          </a:p>
          <a:p>
            <a:pPr algn="l"/>
            <a:r>
              <a:rPr lang="tr-TR" sz="2000" b="0" i="0" u="none" strike="noStrike" baseline="0" dirty="0">
                <a:latin typeface="Calibri" panose="020F0502020204030204" pitchFamily="34" charset="0"/>
              </a:rPr>
              <a:t>Kişiler bu özgürlüklerini kitle iletişim araçları</a:t>
            </a:r>
            <a:r>
              <a:rPr lang="tr-TR" sz="2000" dirty="0">
                <a:solidFill>
                  <a:srgbClr val="000000"/>
                </a:solidFill>
                <a:latin typeface="Calibri" panose="020F0502020204030204" pitchFamily="34" charset="0"/>
              </a:rPr>
              <a:t> </a:t>
            </a:r>
            <a:r>
              <a:rPr lang="tr-TR" sz="2000" b="0" i="0" u="none" strike="noStrike" baseline="0" dirty="0">
                <a:latin typeface="Calibri" panose="020F0502020204030204" pitchFamily="34" charset="0"/>
              </a:rPr>
              <a:t>kullanarak açıklarsa kitle iletişim özgürlüğünden bahsedilir. </a:t>
            </a:r>
          </a:p>
          <a:p>
            <a:pPr algn="l"/>
            <a:r>
              <a:rPr lang="tr-TR" sz="2000" b="0" i="0" u="none" strike="noStrike" baseline="0" dirty="0">
                <a:latin typeface="Calibri" panose="020F0502020204030204" pitchFamily="34" charset="0"/>
              </a:rPr>
              <a:t>Aynı şekilde eğitim ve bilim özgürlüğü de düşünce ve ifade özgürlüğü kapsamında değerlendirilebilir. </a:t>
            </a:r>
          </a:p>
          <a:p>
            <a:pPr marL="0" indent="0" algn="l">
              <a:buNone/>
            </a:pPr>
            <a:r>
              <a:rPr lang="tr-TR" sz="2000" dirty="0">
                <a:latin typeface="Calibri" panose="020F0502020204030204" pitchFamily="34" charset="0"/>
              </a:rPr>
              <a:t>               </a:t>
            </a:r>
            <a:r>
              <a:rPr lang="tr-TR" sz="2000" b="0" i="0" u="none" strike="noStrike" baseline="0" dirty="0">
                <a:solidFill>
                  <a:srgbClr val="C00000"/>
                </a:solidFill>
                <a:effectLst>
                  <a:outerShdw blurRad="38100" dist="38100" dir="2700000" algn="tl">
                    <a:srgbClr val="000000">
                      <a:alpha val="43137"/>
                    </a:srgbClr>
                  </a:outerShdw>
                </a:effectLst>
                <a:latin typeface="Calibri" panose="020F0502020204030204" pitchFamily="34" charset="0"/>
              </a:rPr>
              <a:t>Düşünce ve ifade özgürlüğünün kapsamı oldukça geniştir.</a:t>
            </a:r>
          </a:p>
        </p:txBody>
      </p:sp>
      <p:sp>
        <p:nvSpPr>
          <p:cNvPr id="4" name="Ok: Sağ 3">
            <a:extLst>
              <a:ext uri="{FF2B5EF4-FFF2-40B4-BE49-F238E27FC236}">
                <a16:creationId xmlns:a16="http://schemas.microsoft.com/office/drawing/2014/main" id="{DACB578C-9BCF-4107-8070-75F97A9621E5}"/>
              </a:ext>
            </a:extLst>
          </p:cNvPr>
          <p:cNvSpPr/>
          <p:nvPr/>
        </p:nvSpPr>
        <p:spPr>
          <a:xfrm>
            <a:off x="914400" y="5934076"/>
            <a:ext cx="552450" cy="24765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9176174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586BE9-4327-4C2D-91F7-24C2AE8EF5B9}"/>
              </a:ext>
            </a:extLst>
          </p:cNvPr>
          <p:cNvSpPr>
            <a:spLocks noGrp="1"/>
          </p:cNvSpPr>
          <p:nvPr>
            <p:ph type="title"/>
          </p:nvPr>
        </p:nvSpPr>
        <p:spPr/>
        <p:txBody>
          <a:bodyPr>
            <a:normAutofit/>
          </a:bodyPr>
          <a:lstStyle/>
          <a:p>
            <a:pPr algn="ctr"/>
            <a:r>
              <a:rPr lang="tr-TR" sz="2800" b="1" i="0" u="none" strike="noStrike" baseline="0" dirty="0">
                <a:effectLst>
                  <a:outerShdw blurRad="38100" dist="38100" dir="2700000" algn="tl">
                    <a:srgbClr val="000000">
                      <a:alpha val="43137"/>
                    </a:srgbClr>
                  </a:outerShdw>
                </a:effectLst>
                <a:latin typeface="Calibri,Bold"/>
              </a:rPr>
              <a:t>ULUSAL VE ULUSLARARASI HUKUKTA DÜZENLEMELER</a:t>
            </a:r>
            <a:endParaRPr lang="tr-TR" sz="2800" dirty="0">
              <a:effectLst>
                <a:outerShdw blurRad="38100" dist="38100" dir="2700000" algn="tl">
                  <a:srgbClr val="000000">
                    <a:alpha val="43137"/>
                  </a:srgbClr>
                </a:outerShdw>
              </a:effectLst>
            </a:endParaRPr>
          </a:p>
        </p:txBody>
      </p:sp>
      <p:sp>
        <p:nvSpPr>
          <p:cNvPr id="3" name="İçerik Yer Tutucusu 2">
            <a:extLst>
              <a:ext uri="{FF2B5EF4-FFF2-40B4-BE49-F238E27FC236}">
                <a16:creationId xmlns:a16="http://schemas.microsoft.com/office/drawing/2014/main" id="{7A547222-2447-44F5-9738-FAE1895579E0}"/>
              </a:ext>
            </a:extLst>
          </p:cNvPr>
          <p:cNvSpPr>
            <a:spLocks noGrp="1"/>
          </p:cNvSpPr>
          <p:nvPr>
            <p:ph idx="1"/>
          </p:nvPr>
        </p:nvSpPr>
        <p:spPr>
          <a:xfrm>
            <a:off x="847725" y="1690688"/>
            <a:ext cx="10515600" cy="4351338"/>
          </a:xfrm>
        </p:spPr>
        <p:txBody>
          <a:bodyPr>
            <a:noAutofit/>
          </a:bodyPr>
          <a:lstStyle/>
          <a:p>
            <a:pPr marL="0" indent="0" algn="just">
              <a:buNone/>
            </a:pPr>
            <a:r>
              <a:rPr lang="tr-TR" sz="2400" b="0" i="0" u="none" strike="noStrike" baseline="0" dirty="0">
                <a:latin typeface="Calibri" panose="020F0502020204030204" pitchFamily="34" charset="0"/>
              </a:rPr>
              <a:t>Ülkemizin de taraf olduğu 10 Aralık 1948 tarihinde Birleşmiş Milletlerce ilan edilen </a:t>
            </a:r>
            <a:r>
              <a:rPr lang="tr-TR" sz="2400" b="1" i="0" u="none" strike="noStrike" baseline="0" dirty="0">
                <a:latin typeface="Calibri" panose="020F0502020204030204" pitchFamily="34" charset="0"/>
              </a:rPr>
              <a:t>İnsan Hakları Evrensel Beyannamesi’nin </a:t>
            </a:r>
            <a:r>
              <a:rPr lang="tr-TR" sz="2400" b="0" i="0" u="none" strike="noStrike" baseline="0" dirty="0">
                <a:latin typeface="Calibri" panose="020F0502020204030204" pitchFamily="34" charset="0"/>
              </a:rPr>
              <a:t>18. ve 19. maddelerinde düşünce ve ifade özgürlüğü konuları düzenlenmiştir.</a:t>
            </a:r>
          </a:p>
          <a:p>
            <a:pPr marL="0" indent="0" algn="just">
              <a:buNone/>
            </a:pPr>
            <a:endParaRPr lang="tr-TR" sz="2400" dirty="0">
              <a:latin typeface="Calibri" panose="020F0502020204030204" pitchFamily="34" charset="0"/>
            </a:endParaRPr>
          </a:p>
          <a:p>
            <a:pPr marL="0" indent="0" algn="just">
              <a:buNone/>
            </a:pPr>
            <a:r>
              <a:rPr lang="tr-TR" sz="2400" b="0" i="1" u="none" strike="noStrike" baseline="0" dirty="0">
                <a:solidFill>
                  <a:srgbClr val="C00000"/>
                </a:solidFill>
                <a:latin typeface="Calibri,Italic"/>
              </a:rPr>
              <a:t>“Madde 18- Herkesin düşünce, vicdan ve din özgürlüğüne hakkı vardır. Bu hak, din veya topluca, açık olarak ya da özel biçimde öğrenim, uygulama, ibadet ve dinsel törenlerle açığa vurma özgürlüğünü içerir.</a:t>
            </a:r>
          </a:p>
          <a:p>
            <a:pPr marL="0" indent="0" algn="just">
              <a:buNone/>
            </a:pPr>
            <a:endParaRPr lang="tr-TR" sz="2400" b="0" i="1" u="none" strike="noStrike" baseline="0" dirty="0">
              <a:solidFill>
                <a:srgbClr val="C00000"/>
              </a:solidFill>
              <a:latin typeface="Calibri,Italic"/>
            </a:endParaRPr>
          </a:p>
          <a:p>
            <a:pPr marL="0" indent="0" algn="just">
              <a:buNone/>
            </a:pPr>
            <a:r>
              <a:rPr lang="tr-TR" sz="2400" b="0" i="1" u="none" strike="noStrike" baseline="0" dirty="0">
                <a:solidFill>
                  <a:srgbClr val="C00000"/>
                </a:solidFill>
                <a:latin typeface="Calibri,Italic"/>
              </a:rPr>
              <a:t>Madde 19- Herkesin düşünce ve anlatım özgürlüğüne hakkı vardır. Bu hak düşüncelerinden dolayı rahatsız edilmemek, ülke sınırları söz konusu olmaksızın, bilgi ve düşünceleri her yoldan araştırmak, elde etmek ve yaymak hakkını gerekli kılar.”</a:t>
            </a:r>
            <a:endParaRPr lang="tr-TR" sz="2400" dirty="0">
              <a:solidFill>
                <a:srgbClr val="C00000"/>
              </a:solidFill>
            </a:endParaRPr>
          </a:p>
        </p:txBody>
      </p:sp>
    </p:spTree>
    <p:extLst>
      <p:ext uri="{BB962C8B-B14F-4D97-AF65-F5344CB8AC3E}">
        <p14:creationId xmlns:p14="http://schemas.microsoft.com/office/powerpoint/2010/main" val="14722845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6A766E7-176D-4980-A0A6-42E06BDCDBDA}"/>
              </a:ext>
            </a:extLst>
          </p:cNvPr>
          <p:cNvSpPr>
            <a:spLocks noGrp="1"/>
          </p:cNvSpPr>
          <p:nvPr>
            <p:ph idx="1"/>
          </p:nvPr>
        </p:nvSpPr>
        <p:spPr>
          <a:xfrm>
            <a:off x="590550" y="1253331"/>
            <a:ext cx="10515600" cy="4351338"/>
          </a:xfrm>
        </p:spPr>
        <p:txBody>
          <a:bodyPr>
            <a:normAutofit/>
          </a:bodyPr>
          <a:lstStyle/>
          <a:p>
            <a:pPr marL="0" indent="0" algn="just">
              <a:buNone/>
            </a:pPr>
            <a:r>
              <a:rPr lang="tr-TR" sz="2400" b="0" i="0" u="none" strike="noStrike" baseline="0" dirty="0">
                <a:solidFill>
                  <a:srgbClr val="000000"/>
                </a:solidFill>
                <a:latin typeface="Calibri" panose="020F0502020204030204" pitchFamily="34" charset="0"/>
              </a:rPr>
              <a:t>Anayasanın ikinci kısmında </a:t>
            </a:r>
            <a:r>
              <a:rPr lang="tr-TR" sz="2400" b="0" i="1" u="none" strike="noStrike" baseline="0" dirty="0">
                <a:solidFill>
                  <a:srgbClr val="C00000"/>
                </a:solidFill>
                <a:latin typeface="Calibri,Italic"/>
              </a:rPr>
              <a:t>“Kişi Hak ve Ödevleri” </a:t>
            </a:r>
            <a:r>
              <a:rPr lang="tr-TR" sz="2400" b="0" i="0" u="none" strike="noStrike" baseline="0" dirty="0">
                <a:solidFill>
                  <a:srgbClr val="000000"/>
                </a:solidFill>
                <a:latin typeface="Calibri" panose="020F0502020204030204" pitchFamily="34" charset="0"/>
              </a:rPr>
              <a:t>başlığı altında düzenlenen </a:t>
            </a:r>
            <a:r>
              <a:rPr lang="tr-TR" sz="2400" b="1" i="0" u="none" strike="noStrike" baseline="0" dirty="0">
                <a:solidFill>
                  <a:srgbClr val="000000"/>
                </a:solidFill>
                <a:latin typeface="Calibri" panose="020F0502020204030204" pitchFamily="34" charset="0"/>
              </a:rPr>
              <a:t>25. maddesine</a:t>
            </a:r>
            <a:r>
              <a:rPr lang="tr-TR" sz="2400" b="0" i="0" u="none" strike="noStrike" baseline="0" dirty="0">
                <a:solidFill>
                  <a:srgbClr val="000000"/>
                </a:solidFill>
                <a:latin typeface="Calibri" panose="020F0502020204030204" pitchFamily="34" charset="0"/>
              </a:rPr>
              <a:t> göre: </a:t>
            </a:r>
          </a:p>
          <a:p>
            <a:pPr marL="0" indent="0" algn="just">
              <a:buNone/>
            </a:pPr>
            <a:r>
              <a:rPr lang="tr-TR" sz="2400" b="0" i="1" u="none" strike="noStrike" baseline="0" dirty="0">
                <a:solidFill>
                  <a:srgbClr val="C00000"/>
                </a:solidFill>
                <a:latin typeface="Calibri,Italic"/>
              </a:rPr>
              <a:t>“Herkes, düşünce ve kanaat hürriyetine sahiptir. Her ne sebep ve amaçla olursa olsun, kimse düşünce ve kanaatlerini açıklamaya zorlanamaz; düşünce ve kanaatleri sebebiyle kınanamaz ve suçlanamaz.” </a:t>
            </a:r>
          </a:p>
          <a:p>
            <a:pPr marL="0" indent="0" algn="just">
              <a:buNone/>
            </a:pPr>
            <a:r>
              <a:rPr lang="tr-TR" sz="2400" b="0" i="1" u="none" strike="noStrike" baseline="0" dirty="0">
                <a:solidFill>
                  <a:srgbClr val="C00000"/>
                </a:solidFill>
                <a:latin typeface="Calibri,Italic"/>
              </a:rPr>
              <a:t>Düşünceyi açıklama ve yayma hürriyeti </a:t>
            </a:r>
            <a:r>
              <a:rPr lang="tr-TR" sz="2400" b="0" i="0" u="none" strike="noStrike" baseline="0" dirty="0">
                <a:solidFill>
                  <a:srgbClr val="000000"/>
                </a:solidFill>
                <a:latin typeface="Calibri" panose="020F0502020204030204" pitchFamily="34" charset="0"/>
              </a:rPr>
              <a:t>başlığıyla düzenlenen </a:t>
            </a:r>
            <a:r>
              <a:rPr lang="tr-TR" sz="2400" b="1" i="0" u="none" strike="noStrike" baseline="0" dirty="0">
                <a:solidFill>
                  <a:srgbClr val="000000"/>
                </a:solidFill>
                <a:latin typeface="Calibri" panose="020F0502020204030204" pitchFamily="34" charset="0"/>
              </a:rPr>
              <a:t>26. maddesinde </a:t>
            </a:r>
            <a:r>
              <a:rPr lang="tr-TR" sz="2400" b="0" i="0" u="none" strike="noStrike" baseline="0" dirty="0">
                <a:solidFill>
                  <a:srgbClr val="000000"/>
                </a:solidFill>
                <a:latin typeface="Calibri" panose="020F0502020204030204" pitchFamily="34" charset="0"/>
              </a:rPr>
              <a:t>ise </a:t>
            </a:r>
          </a:p>
          <a:p>
            <a:pPr marL="0" indent="0" algn="just">
              <a:buNone/>
            </a:pPr>
            <a:r>
              <a:rPr lang="tr-TR" sz="2400" b="0" i="1" u="none" strike="noStrike" baseline="0" dirty="0">
                <a:solidFill>
                  <a:srgbClr val="C00000"/>
                </a:solidFill>
                <a:latin typeface="Calibri,Italic"/>
              </a:rPr>
              <a:t>“Herkes, düşünce ve kanaatlerini söz, yazı, resim veya başka yollarla tek başına veya toplu olarak açıklama ve yayma hakkına sahiptir. Bu hürriyet resmî makamların müdahalesi olmaksızın haber veya fikir almak ya da vermek serbestliğini de kapsar. </a:t>
            </a:r>
            <a:endParaRPr lang="tr-TR" sz="2400" dirty="0">
              <a:solidFill>
                <a:srgbClr val="C00000"/>
              </a:solidFill>
            </a:endParaRPr>
          </a:p>
        </p:txBody>
      </p:sp>
    </p:spTree>
    <p:extLst>
      <p:ext uri="{BB962C8B-B14F-4D97-AF65-F5344CB8AC3E}">
        <p14:creationId xmlns:p14="http://schemas.microsoft.com/office/powerpoint/2010/main" val="28786216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B273D1E-30CD-4CB1-8016-E0EC78D52C59}"/>
              </a:ext>
            </a:extLst>
          </p:cNvPr>
          <p:cNvSpPr>
            <a:spLocks noGrp="1"/>
          </p:cNvSpPr>
          <p:nvPr>
            <p:ph type="title"/>
          </p:nvPr>
        </p:nvSpPr>
        <p:spPr/>
        <p:txBody>
          <a:bodyPr>
            <a:normAutofit/>
          </a:bodyPr>
          <a:lstStyle/>
          <a:p>
            <a:r>
              <a:rPr lang="tr-TR" sz="3600" b="1" dirty="0">
                <a:solidFill>
                  <a:srgbClr val="C00000"/>
                </a:solidFill>
                <a:effectLst>
                  <a:outerShdw blurRad="38100" dist="38100" dir="2700000" algn="tl">
                    <a:srgbClr val="000000">
                      <a:alpha val="43137"/>
                    </a:srgbClr>
                  </a:outerShdw>
                </a:effectLst>
              </a:rPr>
              <a:t>Ancak…</a:t>
            </a:r>
          </a:p>
        </p:txBody>
      </p:sp>
      <p:sp>
        <p:nvSpPr>
          <p:cNvPr id="3" name="İçerik Yer Tutucusu 2">
            <a:extLst>
              <a:ext uri="{FF2B5EF4-FFF2-40B4-BE49-F238E27FC236}">
                <a16:creationId xmlns:a16="http://schemas.microsoft.com/office/drawing/2014/main" id="{EAC0FC5E-C0E0-4A9D-8F6E-EEA8B7566BA8}"/>
              </a:ext>
            </a:extLst>
          </p:cNvPr>
          <p:cNvSpPr>
            <a:spLocks noGrp="1"/>
          </p:cNvSpPr>
          <p:nvPr>
            <p:ph idx="1"/>
          </p:nvPr>
        </p:nvSpPr>
        <p:spPr>
          <a:xfrm>
            <a:off x="838200" y="1587500"/>
            <a:ext cx="10515600" cy="4351338"/>
          </a:xfrm>
        </p:spPr>
        <p:txBody>
          <a:bodyPr/>
          <a:lstStyle/>
          <a:p>
            <a:pPr marL="0" indent="0" algn="l">
              <a:buNone/>
            </a:pPr>
            <a:endParaRPr lang="tr-TR" sz="1800" b="0" i="1" u="none" strike="noStrike" baseline="0" dirty="0">
              <a:solidFill>
                <a:srgbClr val="994806"/>
              </a:solidFill>
              <a:latin typeface="Calibri,Italic"/>
            </a:endParaRPr>
          </a:p>
          <a:p>
            <a:pPr marL="0" indent="0" algn="just">
              <a:buNone/>
            </a:pPr>
            <a:r>
              <a:rPr lang="tr-TR" b="1" i="1" u="none" strike="noStrike" baseline="0" dirty="0">
                <a:latin typeface="Calibri,Italic"/>
              </a:rPr>
              <a:t>Bu hürriyetlerin kullanılması, millî güvenlik, kamu düzeni, kamu güvenliği, Cumhuriyetin temel nitelikleri ve Devletin ülkesi ve milleti ile bölünmez bütünlüğünün korunması, suçların önlenmesi, suçluların cezalandırılması, Devlet sırrı olarak usulünce belirtilmiş bilgilerin açıklanmaması, başkalarının şöhret veya haklarının, özel ve aile hayatlarının yahut kanunun öngördüğü meslek sırlarının korunması veya yargılama görevinin gereğine uygun olarak yerine getirilmesi amaçlarıyla sınırlanabilir.</a:t>
            </a:r>
            <a:endParaRPr lang="tr-TR" b="1" dirty="0"/>
          </a:p>
        </p:txBody>
      </p:sp>
    </p:spTree>
    <p:extLst>
      <p:ext uri="{BB962C8B-B14F-4D97-AF65-F5344CB8AC3E}">
        <p14:creationId xmlns:p14="http://schemas.microsoft.com/office/powerpoint/2010/main" val="2342733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42C0B1A-D436-4C4F-82DE-ABC3C28B019F}"/>
              </a:ext>
            </a:extLst>
          </p:cNvPr>
          <p:cNvSpPr>
            <a:spLocks noGrp="1"/>
          </p:cNvSpPr>
          <p:nvPr>
            <p:ph idx="1"/>
          </p:nvPr>
        </p:nvSpPr>
        <p:spPr>
          <a:xfrm>
            <a:off x="838200" y="469106"/>
            <a:ext cx="10515600" cy="5919788"/>
          </a:xfrm>
        </p:spPr>
        <p:txBody>
          <a:bodyPr>
            <a:normAutofit/>
          </a:bodyPr>
          <a:lstStyle/>
          <a:p>
            <a:pPr marL="0" indent="0" algn="just">
              <a:buNone/>
            </a:pPr>
            <a:r>
              <a:rPr lang="tr-TR" sz="2000" b="0" i="0" u="none" strike="noStrike" baseline="0" dirty="0">
                <a:solidFill>
                  <a:srgbClr val="000000"/>
                </a:solidFill>
                <a:latin typeface="Calibri" panose="020F0502020204030204" pitchFamily="34" charset="0"/>
              </a:rPr>
              <a:t>Ülkemizin taraf olduğu bir diğer uluslararası sözleşme olan, Avrupa İnsan Hakları Sözleşmesi’nin 9. maddesi de </a:t>
            </a:r>
            <a:r>
              <a:rPr lang="tr-TR" sz="2000" b="1" i="0" u="none" strike="noStrike" baseline="0" dirty="0">
                <a:solidFill>
                  <a:srgbClr val="000000"/>
                </a:solidFill>
                <a:latin typeface="Calibri" panose="020F0502020204030204" pitchFamily="34" charset="0"/>
              </a:rPr>
              <a:t>düşünce özgürlüğüne ilişkin</a:t>
            </a:r>
            <a:r>
              <a:rPr lang="tr-TR" sz="2000" b="0" i="0" u="none" strike="noStrike" baseline="0" dirty="0">
                <a:solidFill>
                  <a:srgbClr val="000000"/>
                </a:solidFill>
                <a:latin typeface="Calibri" panose="020F0502020204030204" pitchFamily="34" charset="0"/>
              </a:rPr>
              <a:t>: </a:t>
            </a:r>
            <a:endParaRPr lang="tr-TR" sz="2000" b="0" i="1" u="none" strike="noStrike" baseline="0" dirty="0">
              <a:solidFill>
                <a:srgbClr val="994806"/>
              </a:solidFill>
              <a:latin typeface="Calibri,Italic"/>
            </a:endParaRPr>
          </a:p>
          <a:p>
            <a:pPr marL="0" indent="0" algn="just">
              <a:buNone/>
            </a:pPr>
            <a:r>
              <a:rPr lang="tr-TR" sz="2000" b="0" i="1" u="none" strike="noStrike" baseline="0" dirty="0">
                <a:solidFill>
                  <a:srgbClr val="C00000"/>
                </a:solidFill>
                <a:latin typeface="Calibri,Italic"/>
              </a:rPr>
              <a:t>«Herkes düşünce, vicdan ve din özgürlüğüne sahiptir; bu hak, din veya inanç değiştirme özgürlüğü ile tek başına veya topluca, kamuya açık veya kapalı ibadet, öğretim, uygulama ve ayin yapmak suretiyle dinini veya inancını açıklama özgürlüğünü de içerir. Din veya inancını açıklama özgürlüğü, sadece yasayla öngörülen ve demokratik bir toplumda kamu güvenliğinin, kamu düzeninin, genel sağlık veya ahlakın ya da başkalarının hak ve özgürlüklerinin korunması için gerekli sınırlamalara tabi tutulabilir.»</a:t>
            </a:r>
          </a:p>
          <a:p>
            <a:pPr marL="0" indent="0" algn="just">
              <a:buNone/>
            </a:pPr>
            <a:endParaRPr lang="tr-TR" sz="2000" i="1" dirty="0">
              <a:solidFill>
                <a:srgbClr val="994806"/>
              </a:solidFill>
              <a:latin typeface="Calibri,Italic"/>
            </a:endParaRPr>
          </a:p>
          <a:p>
            <a:pPr marL="0" indent="0" algn="just">
              <a:buNone/>
            </a:pPr>
            <a:r>
              <a:rPr lang="tr-TR" sz="2000" b="0" i="1" u="none" strike="noStrike" baseline="0" dirty="0">
                <a:solidFill>
                  <a:srgbClr val="994806"/>
                </a:solidFill>
                <a:latin typeface="Calibri,Italic"/>
              </a:rPr>
              <a:t> </a:t>
            </a:r>
            <a:r>
              <a:rPr lang="tr-TR" sz="2000" b="1" i="0" u="none" strike="noStrike" baseline="0" dirty="0">
                <a:solidFill>
                  <a:srgbClr val="000000"/>
                </a:solidFill>
                <a:latin typeface="Calibri" panose="020F0502020204030204" pitchFamily="34" charset="0"/>
              </a:rPr>
              <a:t>İfade özgürlüğüne ilişkin ise; </a:t>
            </a:r>
            <a:endParaRPr lang="tr-TR" sz="2000" b="1" i="1" u="none" strike="noStrike" baseline="0" dirty="0">
              <a:solidFill>
                <a:srgbClr val="994806"/>
              </a:solidFill>
              <a:latin typeface="Calibri,Italic"/>
            </a:endParaRPr>
          </a:p>
          <a:p>
            <a:pPr marL="0" indent="0" algn="just">
              <a:buNone/>
            </a:pPr>
            <a:r>
              <a:rPr lang="tr-TR" sz="2000" b="0" i="1" u="none" strike="noStrike" baseline="0" dirty="0">
                <a:solidFill>
                  <a:srgbClr val="C00000"/>
                </a:solidFill>
                <a:latin typeface="Calibri,Italic"/>
              </a:rPr>
              <a:t>«Herkes ifade özgürlüğü hakkına sahiptir. Bu hak, kamu makamlarının müdahalesi olmaksızın ve ülke sınırları gözetilmeksizin, kanaat özgürlüğünü ve haber ve görüş alma ve de verme özgürlüğünü de kapsar. Bu madde, Devletlerin radyo, televizyon ve sinema işletmelerini bir izin rejimine tabi tutmalarına engel değildir.  Görev ve sorumluluklar da yükleyen bu özgürlüklerin kullanılması, yasayla öngörülen ve demokratik bir toplumda ulusal güvenliğin, toprak bütünlüğünün veya kamu güvenliğinin korunması, kamu düzeninin sağlanması ve suç işlenmesinin önlenmesi, sağlığın veya ahlakın, başkalarının şöhret ve haklarının korunması, gizli bilgilerin yayılmasının önlenmesi veya yargı erkinin yetki ve tarafsızlığının güvence altına alınması için gerekli olan bazı formaliteler, koşullar, sınırlamalar veya yaptırımlara tabi tutulabilir.» </a:t>
            </a:r>
            <a:r>
              <a:rPr lang="tr-TR" sz="2000" b="0" i="0" u="none" strike="noStrike" baseline="0" dirty="0">
                <a:solidFill>
                  <a:srgbClr val="C00000"/>
                </a:solidFill>
                <a:latin typeface="Calibri" panose="020F0502020204030204" pitchFamily="34" charset="0"/>
              </a:rPr>
              <a:t> </a:t>
            </a:r>
            <a:r>
              <a:rPr lang="tr-TR" sz="2000" b="0" i="0" u="none" strike="noStrike" baseline="0" dirty="0">
                <a:solidFill>
                  <a:srgbClr val="000000"/>
                </a:solidFill>
                <a:latin typeface="Calibri" panose="020F0502020204030204" pitchFamily="34" charset="0"/>
              </a:rPr>
              <a:t>hükümleri yer almaktadır.</a:t>
            </a:r>
            <a:endParaRPr lang="tr-TR" sz="2000" dirty="0"/>
          </a:p>
        </p:txBody>
      </p:sp>
    </p:spTree>
    <p:extLst>
      <p:ext uri="{BB962C8B-B14F-4D97-AF65-F5344CB8AC3E}">
        <p14:creationId xmlns:p14="http://schemas.microsoft.com/office/powerpoint/2010/main" val="33119469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08978F-ABB9-4A64-935D-47C07ADFF02D}"/>
              </a:ext>
            </a:extLst>
          </p:cNvPr>
          <p:cNvSpPr>
            <a:spLocks noGrp="1"/>
          </p:cNvSpPr>
          <p:nvPr>
            <p:ph type="title"/>
          </p:nvPr>
        </p:nvSpPr>
        <p:spPr>
          <a:xfrm>
            <a:off x="838200" y="479425"/>
            <a:ext cx="10515600" cy="1325563"/>
          </a:xfrm>
        </p:spPr>
        <p:txBody>
          <a:bodyPr>
            <a:normAutofit/>
          </a:bodyPr>
          <a:lstStyle/>
          <a:p>
            <a:pPr algn="just"/>
            <a:r>
              <a:rPr lang="tr-TR" sz="2400" b="1" i="0" u="none" strike="noStrike" baseline="0" dirty="0">
                <a:latin typeface="Calibri" panose="020F0502020204030204" pitchFamily="34" charset="0"/>
              </a:rPr>
              <a:t>Anayasa’mızda basın özgürlüğüne ve basın özgürlüğünün sınırlandırılmasına yönelik düzenlemeler </a:t>
            </a:r>
            <a:r>
              <a:rPr lang="tr-TR" sz="2400" b="1" i="1" u="none" strike="noStrike" baseline="0" dirty="0">
                <a:latin typeface="Calibri,Italic"/>
              </a:rPr>
              <a:t>“basın hürriyeti” </a:t>
            </a:r>
            <a:r>
              <a:rPr lang="tr-TR" sz="2400" b="1" i="0" u="none" strike="noStrike" baseline="0" dirty="0">
                <a:latin typeface="Calibri" panose="020F0502020204030204" pitchFamily="34" charset="0"/>
              </a:rPr>
              <a:t>başlığı altında 28. maddede düzenlenmektedir.</a:t>
            </a:r>
            <a:endParaRPr lang="tr-TR" sz="2400" b="1" dirty="0"/>
          </a:p>
        </p:txBody>
      </p:sp>
      <p:sp>
        <p:nvSpPr>
          <p:cNvPr id="3" name="İçerik Yer Tutucusu 2">
            <a:extLst>
              <a:ext uri="{FF2B5EF4-FFF2-40B4-BE49-F238E27FC236}">
                <a16:creationId xmlns:a16="http://schemas.microsoft.com/office/drawing/2014/main" id="{2E3C38D6-B09D-4110-B911-10A0B3CEC4A4}"/>
              </a:ext>
            </a:extLst>
          </p:cNvPr>
          <p:cNvSpPr>
            <a:spLocks noGrp="1"/>
          </p:cNvSpPr>
          <p:nvPr>
            <p:ph idx="1"/>
          </p:nvPr>
        </p:nvSpPr>
        <p:spPr>
          <a:xfrm>
            <a:off x="838200" y="2435225"/>
            <a:ext cx="10515600" cy="4351338"/>
          </a:xfrm>
        </p:spPr>
        <p:txBody>
          <a:bodyPr>
            <a:normAutofit/>
          </a:bodyPr>
          <a:lstStyle/>
          <a:p>
            <a:pPr marL="0" indent="0" algn="just">
              <a:buNone/>
            </a:pPr>
            <a:r>
              <a:rPr lang="tr-TR" sz="2400" dirty="0">
                <a:solidFill>
                  <a:srgbClr val="C00000"/>
                </a:solidFill>
                <a:latin typeface="Calibri" panose="020F0502020204030204" pitchFamily="34" charset="0"/>
              </a:rPr>
              <a:t>«</a:t>
            </a:r>
            <a:r>
              <a:rPr lang="tr-TR" sz="2400" b="0" i="1" u="none" strike="noStrike" baseline="0" dirty="0">
                <a:solidFill>
                  <a:srgbClr val="C00000"/>
                </a:solidFill>
                <a:latin typeface="Calibri,Italic"/>
              </a:rPr>
              <a:t>Basın hürdür, sansür edilemez. Basımevi kurmak izin alma ve mali teminat yatırma şartına bağlanamaz. Devlet, basın ve haber alma hürriyetlerini sağlayacak tedbirleri alır. </a:t>
            </a:r>
          </a:p>
          <a:p>
            <a:pPr marL="0" indent="0" algn="just">
              <a:buNone/>
            </a:pPr>
            <a:r>
              <a:rPr lang="tr-TR" sz="2400" b="0" i="1" u="none" strike="noStrike" baseline="0" dirty="0">
                <a:solidFill>
                  <a:srgbClr val="C00000"/>
                </a:solidFill>
                <a:latin typeface="Calibri,Italic"/>
              </a:rPr>
              <a:t>Devletin iç ve dış güvenliğini, ülkesi ve milletiyle bölünmez bütünlüğünü tehdit eden veya suç işlemeye ya da ayaklanma veya isyana teşvik eder nitelikte olan veya Devlete ait gizli bilgilere ilişkin bulunan her türlü haber veya yazıyı, yazanlar veya bastıranlar veya aynı amaçla, basanlar, başkasına verenler, bu suçlara ait kanun hükümleri uyarınca sorumlu olurlar.»</a:t>
            </a:r>
            <a:endParaRPr lang="tr-TR" sz="2400" dirty="0">
              <a:solidFill>
                <a:srgbClr val="C00000"/>
              </a:solidFill>
            </a:endParaRPr>
          </a:p>
        </p:txBody>
      </p:sp>
    </p:spTree>
    <p:extLst>
      <p:ext uri="{BB962C8B-B14F-4D97-AF65-F5344CB8AC3E}">
        <p14:creationId xmlns:p14="http://schemas.microsoft.com/office/powerpoint/2010/main" val="22792678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4C55EE-CB1D-48DB-AC42-124E6F015F6B}"/>
              </a:ext>
            </a:extLst>
          </p:cNvPr>
          <p:cNvSpPr>
            <a:spLocks noGrp="1"/>
          </p:cNvSpPr>
          <p:nvPr>
            <p:ph type="title"/>
          </p:nvPr>
        </p:nvSpPr>
        <p:spPr/>
        <p:txBody>
          <a:bodyPr>
            <a:normAutofit/>
          </a:bodyPr>
          <a:lstStyle/>
          <a:p>
            <a:pPr algn="ctr"/>
            <a:r>
              <a:rPr lang="tr-TR" sz="2800" b="1" i="0" u="none" strike="noStrike" baseline="0" dirty="0">
                <a:effectLst>
                  <a:outerShdw blurRad="38100" dist="38100" dir="2700000" algn="tl">
                    <a:srgbClr val="000000">
                      <a:alpha val="43137"/>
                    </a:srgbClr>
                  </a:outerShdw>
                </a:effectLst>
                <a:latin typeface="Calibri,Bold"/>
              </a:rPr>
              <a:t>KİTLE İLETİŞİM ÖZGÜRLÜĞÜNÜN UNSURLARI</a:t>
            </a:r>
            <a:endParaRPr lang="tr-TR" sz="2800" b="1" dirty="0">
              <a:effectLst>
                <a:outerShdw blurRad="38100" dist="38100" dir="2700000" algn="tl">
                  <a:srgbClr val="000000">
                    <a:alpha val="43137"/>
                  </a:srgbClr>
                </a:outerShdw>
              </a:effectLst>
            </a:endParaRPr>
          </a:p>
        </p:txBody>
      </p:sp>
      <p:sp>
        <p:nvSpPr>
          <p:cNvPr id="3" name="İçerik Yer Tutucusu 2">
            <a:extLst>
              <a:ext uri="{FF2B5EF4-FFF2-40B4-BE49-F238E27FC236}">
                <a16:creationId xmlns:a16="http://schemas.microsoft.com/office/drawing/2014/main" id="{95E3DB1B-355B-40DF-8C6F-1DA79C942A11}"/>
              </a:ext>
            </a:extLst>
          </p:cNvPr>
          <p:cNvSpPr>
            <a:spLocks noGrp="1"/>
          </p:cNvSpPr>
          <p:nvPr>
            <p:ph idx="1"/>
          </p:nvPr>
        </p:nvSpPr>
        <p:spPr>
          <a:xfrm>
            <a:off x="876300" y="2141537"/>
            <a:ext cx="10515600" cy="4351338"/>
          </a:xfrm>
        </p:spPr>
        <p:txBody>
          <a:bodyPr/>
          <a:lstStyle/>
          <a:p>
            <a:pPr algn="just"/>
            <a:r>
              <a:rPr lang="tr-TR" i="0" u="none" strike="noStrike" baseline="0" dirty="0">
                <a:latin typeface="Calibri,Bold"/>
              </a:rPr>
              <a:t>Haber, bilgi, düşünce ve kanılara serbestçe ulaşabilme hakkı</a:t>
            </a:r>
          </a:p>
          <a:p>
            <a:pPr algn="just"/>
            <a:endParaRPr lang="tr-TR" dirty="0">
              <a:latin typeface="Calibri,Bold"/>
            </a:endParaRPr>
          </a:p>
          <a:p>
            <a:pPr algn="just"/>
            <a:r>
              <a:rPr lang="tr-TR" i="0" u="none" strike="noStrike" baseline="0" dirty="0">
                <a:latin typeface="Calibri,Bold"/>
              </a:rPr>
              <a:t>Haber, bilgi, düşünce ve kanıları serbestçe ifade hakkı</a:t>
            </a:r>
          </a:p>
          <a:p>
            <a:pPr algn="just"/>
            <a:endParaRPr lang="tr-TR" dirty="0">
              <a:latin typeface="Calibri,Bold"/>
            </a:endParaRPr>
          </a:p>
          <a:p>
            <a:pPr algn="just"/>
            <a:r>
              <a:rPr lang="tr-TR" i="0" u="none" strike="noStrike" baseline="0" dirty="0">
                <a:latin typeface="Calibri,Bold"/>
              </a:rPr>
              <a:t>Haber, bilgi, düşünce ve kanıları serbestçe yayabilme hakkı</a:t>
            </a:r>
          </a:p>
          <a:p>
            <a:pPr marL="0" indent="0">
              <a:buNone/>
            </a:pPr>
            <a:endParaRPr lang="tr-TR" sz="1800" b="1" dirty="0">
              <a:latin typeface="Calibri,Bold"/>
            </a:endParaRPr>
          </a:p>
        </p:txBody>
      </p:sp>
    </p:spTree>
    <p:extLst>
      <p:ext uri="{BB962C8B-B14F-4D97-AF65-F5344CB8AC3E}">
        <p14:creationId xmlns:p14="http://schemas.microsoft.com/office/powerpoint/2010/main" val="27382346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3E62D8-34BA-4543-989C-2B30D53130C8}"/>
              </a:ext>
            </a:extLst>
          </p:cNvPr>
          <p:cNvSpPr>
            <a:spLocks noGrp="1"/>
          </p:cNvSpPr>
          <p:nvPr>
            <p:ph type="title"/>
          </p:nvPr>
        </p:nvSpPr>
        <p:spPr/>
        <p:txBody>
          <a:bodyPr>
            <a:normAutofit/>
          </a:bodyPr>
          <a:lstStyle/>
          <a:p>
            <a:pPr algn="ctr"/>
            <a:r>
              <a:rPr lang="tr-TR" sz="2800" b="1" i="0" u="none" strike="noStrike" baseline="0" dirty="0">
                <a:effectLst>
                  <a:outerShdw blurRad="38100" dist="38100" dir="2700000" algn="tl">
                    <a:srgbClr val="000000">
                      <a:alpha val="43137"/>
                    </a:srgbClr>
                  </a:outerShdw>
                </a:effectLst>
                <a:latin typeface="Calibri,Bold"/>
              </a:rPr>
              <a:t>KİTLE İLETİŞİM ÖZGÜRLÜĞÜNÜN KAPSAMI</a:t>
            </a:r>
            <a:endParaRPr lang="tr-TR" sz="2800" dirty="0">
              <a:effectLst>
                <a:outerShdw blurRad="38100" dist="38100" dir="2700000" algn="tl">
                  <a:srgbClr val="000000">
                    <a:alpha val="43137"/>
                  </a:srgbClr>
                </a:outerShdw>
              </a:effectLst>
            </a:endParaRPr>
          </a:p>
        </p:txBody>
      </p:sp>
      <p:sp>
        <p:nvSpPr>
          <p:cNvPr id="4" name="Oval 3">
            <a:extLst>
              <a:ext uri="{FF2B5EF4-FFF2-40B4-BE49-F238E27FC236}">
                <a16:creationId xmlns:a16="http://schemas.microsoft.com/office/drawing/2014/main" id="{D491CB44-B483-4A90-A228-1D59738B0F0D}"/>
              </a:ext>
            </a:extLst>
          </p:cNvPr>
          <p:cNvSpPr/>
          <p:nvPr/>
        </p:nvSpPr>
        <p:spPr>
          <a:xfrm>
            <a:off x="838200" y="1731567"/>
            <a:ext cx="3695700" cy="2362993"/>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tr-TR"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Bold"/>
                <a:ea typeface="+mn-ea"/>
                <a:cs typeface="+mn-cs"/>
              </a:rPr>
              <a:t>Basın Özgürlüğü</a:t>
            </a:r>
            <a:endParaRPr kumimoji="0" lang="tr-TR" sz="2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mn-ea"/>
              <a:cs typeface="+mn-cs"/>
            </a:endParaRPr>
          </a:p>
        </p:txBody>
      </p:sp>
      <p:sp>
        <p:nvSpPr>
          <p:cNvPr id="5" name="Oval 4">
            <a:extLst>
              <a:ext uri="{FF2B5EF4-FFF2-40B4-BE49-F238E27FC236}">
                <a16:creationId xmlns:a16="http://schemas.microsoft.com/office/drawing/2014/main" id="{299567D3-DAB8-49E2-A506-FA8A7B163C91}"/>
              </a:ext>
            </a:extLst>
          </p:cNvPr>
          <p:cNvSpPr/>
          <p:nvPr/>
        </p:nvSpPr>
        <p:spPr>
          <a:xfrm>
            <a:off x="7605713" y="1731567"/>
            <a:ext cx="3886200" cy="2362993"/>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400" b="1" i="0" u="none" strike="noStrike" baseline="0" dirty="0">
                <a:solidFill>
                  <a:schemeClr val="tx1"/>
                </a:solidFill>
                <a:effectLst>
                  <a:outerShdw blurRad="38100" dist="38100" dir="2700000" algn="tl">
                    <a:srgbClr val="000000">
                      <a:alpha val="43137"/>
                    </a:srgbClr>
                  </a:outerShdw>
                </a:effectLst>
                <a:latin typeface="Calibri,Bold"/>
              </a:rPr>
              <a:t>Görsel-İşitsel İletişim Özgürlüğü</a:t>
            </a:r>
            <a:endParaRPr lang="tr-TR" sz="2400" b="1" dirty="0">
              <a:solidFill>
                <a:schemeClr val="tx1"/>
              </a:solidFill>
              <a:effectLst>
                <a:outerShdw blurRad="38100" dist="38100" dir="2700000" algn="tl">
                  <a:srgbClr val="000000">
                    <a:alpha val="43137"/>
                  </a:srgbClr>
                </a:outerShdw>
              </a:effectLst>
            </a:endParaRPr>
          </a:p>
        </p:txBody>
      </p:sp>
      <p:sp>
        <p:nvSpPr>
          <p:cNvPr id="6" name="Oval 5">
            <a:extLst>
              <a:ext uri="{FF2B5EF4-FFF2-40B4-BE49-F238E27FC236}">
                <a16:creationId xmlns:a16="http://schemas.microsoft.com/office/drawing/2014/main" id="{C52BD8A2-C24E-4757-9A89-8876D7F1A63B}"/>
              </a:ext>
            </a:extLst>
          </p:cNvPr>
          <p:cNvSpPr/>
          <p:nvPr/>
        </p:nvSpPr>
        <p:spPr>
          <a:xfrm>
            <a:off x="4043363" y="3751263"/>
            <a:ext cx="4243387" cy="2466975"/>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2400" b="1" i="0" u="none" strike="noStrike" baseline="0" dirty="0">
                <a:solidFill>
                  <a:schemeClr val="tx1"/>
                </a:solidFill>
                <a:effectLst>
                  <a:outerShdw blurRad="38100" dist="38100" dir="2700000" algn="tl">
                    <a:srgbClr val="000000">
                      <a:alpha val="43137"/>
                    </a:srgbClr>
                  </a:outerShdw>
                </a:effectLst>
                <a:latin typeface="Calibri,Bold"/>
              </a:rPr>
              <a:t>İnternet Özgürlüğü</a:t>
            </a:r>
            <a:endParaRPr lang="tr-TR"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67522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1213B0B-D275-40FA-A50F-B92FFFC5FEC0}"/>
              </a:ext>
            </a:extLst>
          </p:cNvPr>
          <p:cNvSpPr>
            <a:spLocks noGrp="1"/>
          </p:cNvSpPr>
          <p:nvPr>
            <p:ph idx="1"/>
          </p:nvPr>
        </p:nvSpPr>
        <p:spPr/>
        <p:txBody>
          <a:bodyPr>
            <a:normAutofit/>
          </a:bodyPr>
          <a:lstStyle/>
          <a:p>
            <a:pPr algn="just"/>
            <a:r>
              <a:rPr lang="tr-TR" sz="2400" b="0" i="0" u="none" strike="noStrike" baseline="0" dirty="0">
                <a:latin typeface="Calibri" panose="020F0502020204030204" pitchFamily="34" charset="0"/>
              </a:rPr>
              <a:t>Anayasa’da öngörülen sebeplerin haricinde kitle iletişim özgürlüğü sınırlanamaz. </a:t>
            </a:r>
          </a:p>
          <a:p>
            <a:pPr algn="just"/>
            <a:r>
              <a:rPr lang="tr-TR" sz="2400" b="0" i="0" u="none" strike="noStrike" baseline="0" dirty="0">
                <a:latin typeface="Calibri" panose="020F0502020204030204" pitchFamily="34" charset="0"/>
              </a:rPr>
              <a:t>Aksi taktirde  bu durum kitle iletişim özgürlüğüne müdahale teşkil eder ve temel hak hürriyetlerin kanuna aykırı bir şekilde sınırlanması söz konusu olur.</a:t>
            </a:r>
          </a:p>
          <a:p>
            <a:pPr algn="just"/>
            <a:r>
              <a:rPr lang="tr-TR" sz="2400" b="0" i="0" u="none" strike="noStrike" baseline="0" dirty="0">
                <a:latin typeface="Calibri" panose="020F0502020204030204" pitchFamily="34" charset="0"/>
              </a:rPr>
              <a:t>Anayasa’nın 13. maddesinde temel hak ve hürriyetlerin sınırlandırılması yönünde genel kural düzenlenmiştir. Maddede temel hak ve özgürlüklerin ancak kanunla ve Anayasa’nın ilgili maddelerinde belirtilen nedenlere dayanılarak sınırlanabileceği öngörülmüştür. </a:t>
            </a:r>
          </a:p>
          <a:p>
            <a:pPr algn="just"/>
            <a:r>
              <a:rPr lang="tr-TR" sz="2400" b="0" i="0" u="none" strike="noStrike" baseline="0" dirty="0">
                <a:latin typeface="Calibri" panose="020F0502020204030204" pitchFamily="34" charset="0"/>
              </a:rPr>
              <a:t>Anayasa'nın 26. ve 28. maddelerinde ise hangi nedenlere bağlı olarak ve hangi usule göre hak ve özgürlüklerin sınırlandırılabileceğine yer verilmiştir. </a:t>
            </a:r>
          </a:p>
          <a:p>
            <a:pPr algn="just"/>
            <a:r>
              <a:rPr lang="tr-TR" sz="2400" b="0" i="0" u="none" strike="noStrike" baseline="0" dirty="0">
                <a:latin typeface="Calibri" panose="020F0502020204030204" pitchFamily="34" charset="0"/>
              </a:rPr>
              <a:t>Kitle iletişim özgürlüğü de ancak Anayasa’da öngörülen sınırlar dâhilinde sınırlandırılabilir</a:t>
            </a:r>
            <a:endParaRPr lang="tr-TR" sz="2400" dirty="0"/>
          </a:p>
        </p:txBody>
      </p:sp>
      <p:sp>
        <p:nvSpPr>
          <p:cNvPr id="6" name="Yıldız: 5 Nokta 5">
            <a:extLst>
              <a:ext uri="{FF2B5EF4-FFF2-40B4-BE49-F238E27FC236}">
                <a16:creationId xmlns:a16="http://schemas.microsoft.com/office/drawing/2014/main" id="{FA4E281E-03B6-4C03-A0FA-1D4C03296D5F}"/>
              </a:ext>
            </a:extLst>
          </p:cNvPr>
          <p:cNvSpPr/>
          <p:nvPr/>
        </p:nvSpPr>
        <p:spPr>
          <a:xfrm>
            <a:off x="400049" y="1114425"/>
            <a:ext cx="809625" cy="711200"/>
          </a:xfrm>
          <a:prstGeom prst="star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029751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69B5277-3E7C-40E1-86DE-4AC54789EA46}"/>
              </a:ext>
            </a:extLst>
          </p:cNvPr>
          <p:cNvSpPr>
            <a:spLocks noGrp="1"/>
          </p:cNvSpPr>
          <p:nvPr>
            <p:ph type="title"/>
          </p:nvPr>
        </p:nvSpPr>
        <p:spPr>
          <a:xfrm>
            <a:off x="838200" y="2365375"/>
            <a:ext cx="10515600" cy="1325563"/>
          </a:xfrm>
        </p:spPr>
        <p:txBody>
          <a:bodyPr>
            <a:normAutofit/>
          </a:bodyPr>
          <a:lstStyle/>
          <a:p>
            <a:pPr algn="ctr"/>
            <a:r>
              <a:rPr lang="tr-TR" sz="4000" b="1" i="0" u="none" strike="noStrike" baseline="0" dirty="0">
                <a:effectLst>
                  <a:outerShdw blurRad="38100" dist="38100" dir="2700000" algn="tl">
                    <a:srgbClr val="000000">
                      <a:alpha val="43137"/>
                    </a:srgbClr>
                  </a:outerShdw>
                </a:effectLst>
                <a:latin typeface="Calibri-Bold"/>
              </a:rPr>
              <a:t>BASIN HUKUKUNUN TEMELLERİ</a:t>
            </a:r>
            <a:endParaRPr lang="tr-TR" sz="4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307310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323342F-F8E3-49F6-915A-A46C1B0C7D20}"/>
              </a:ext>
            </a:extLst>
          </p:cNvPr>
          <p:cNvSpPr>
            <a:spLocks noGrp="1"/>
          </p:cNvSpPr>
          <p:nvPr>
            <p:ph idx="1"/>
          </p:nvPr>
        </p:nvSpPr>
        <p:spPr>
          <a:xfrm>
            <a:off x="914400" y="1253331"/>
            <a:ext cx="10515600" cy="4351338"/>
          </a:xfrm>
        </p:spPr>
        <p:txBody>
          <a:bodyPr>
            <a:normAutofit/>
          </a:bodyPr>
          <a:lstStyle/>
          <a:p>
            <a:pPr marL="0" indent="0" algn="just">
              <a:buNone/>
            </a:pPr>
            <a:r>
              <a:rPr lang="tr-TR" sz="2400" b="0" i="0" u="none" strike="noStrike" baseline="0" dirty="0">
                <a:latin typeface="Calibri" panose="020F0502020204030204" pitchFamily="34" charset="0"/>
              </a:rPr>
              <a:t>Günlük dilde sadece belirli zaman aralıklarıyla yayımlanan gazete ve dergi gibi basılmış eserleri ifade etmek için kullanılan basının bu dar anlamı dışında düşüncelerin sınırlı olmayan sayıda basılıp (çoğaltılıp) kamuoyuna açıklanmasını ifade eden geniş anlamda kullanımı da söz konusudur. </a:t>
            </a:r>
          </a:p>
          <a:p>
            <a:pPr marL="0" indent="0" algn="just">
              <a:buNone/>
            </a:pPr>
            <a:r>
              <a:rPr lang="tr-TR" sz="2400" dirty="0">
                <a:latin typeface="Calibri" panose="020F0502020204030204" pitchFamily="34" charset="0"/>
              </a:rPr>
              <a:t>Ayrıca </a:t>
            </a:r>
            <a:r>
              <a:rPr lang="tr-TR" sz="2400" b="0" i="0" u="none" strike="noStrike" baseline="0" dirty="0">
                <a:latin typeface="Calibri" panose="020F0502020204030204" pitchFamily="34" charset="0"/>
              </a:rPr>
              <a:t>basın sözcüğü, basın kurumlarını, basın görevlilerini belirtmekte de kullanılır.</a:t>
            </a:r>
          </a:p>
          <a:p>
            <a:pPr marL="0" indent="0" algn="just">
              <a:buNone/>
            </a:pPr>
            <a:endParaRPr lang="tr-TR" sz="2400" dirty="0">
              <a:latin typeface="Calibri" panose="020F0502020204030204" pitchFamily="34" charset="0"/>
            </a:endParaRPr>
          </a:p>
          <a:p>
            <a:pPr marL="0" indent="0" algn="just">
              <a:buNone/>
            </a:pPr>
            <a:r>
              <a:rPr lang="tr-TR" sz="2400" b="1" i="1" u="none" strike="noStrike" baseline="0" dirty="0">
                <a:effectLst>
                  <a:outerShdw blurRad="38100" dist="38100" dir="2700000" algn="tl">
                    <a:srgbClr val="000000">
                      <a:alpha val="43137"/>
                    </a:srgbClr>
                  </a:outerShdw>
                </a:effectLst>
                <a:latin typeface="Calibri-Italic"/>
              </a:rPr>
              <a:t>Dar ve teknik anlamıyla basın, düşüncelerin basılmış eserlerle yazılı olarak kamuoyuna açıklandığı kitle iletişim aracıdır</a:t>
            </a:r>
            <a:endParaRPr lang="tr-TR"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3569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5BB5228-0D2F-4245-9329-575D8C0EDAE8}"/>
              </a:ext>
            </a:extLst>
          </p:cNvPr>
          <p:cNvSpPr>
            <a:spLocks noGrp="1"/>
          </p:cNvSpPr>
          <p:nvPr>
            <p:ph idx="1"/>
          </p:nvPr>
        </p:nvSpPr>
        <p:spPr>
          <a:xfrm>
            <a:off x="838200" y="1473200"/>
            <a:ext cx="10515600" cy="4351338"/>
          </a:xfrm>
        </p:spPr>
        <p:txBody>
          <a:bodyPr>
            <a:normAutofit/>
          </a:bodyPr>
          <a:lstStyle/>
          <a:p>
            <a:pPr marL="0" indent="0" algn="just">
              <a:buNone/>
            </a:pPr>
            <a:r>
              <a:rPr lang="tr-TR" sz="2400" b="0" i="0" u="none" strike="noStrike" baseline="0" dirty="0">
                <a:solidFill>
                  <a:srgbClr val="000000"/>
                </a:solidFill>
                <a:latin typeface="Calibri" panose="020F0502020204030204" pitchFamily="34" charset="0"/>
              </a:rPr>
              <a:t>İfade özgürlüğünü kullanabilmenin önemli bir aracı olan basın, başlangıcından günümüze kadar özellikle siyasi hayatta etkinlik ve önemini korumuştur. </a:t>
            </a:r>
          </a:p>
          <a:p>
            <a:pPr marL="0" indent="0" algn="just">
              <a:buNone/>
            </a:pPr>
            <a:endParaRPr lang="tr-TR" sz="2400" dirty="0">
              <a:solidFill>
                <a:srgbClr val="000000"/>
              </a:solidFill>
              <a:latin typeface="Calibri" panose="020F0502020204030204" pitchFamily="34" charset="0"/>
            </a:endParaRPr>
          </a:p>
          <a:p>
            <a:pPr marL="0" indent="0" algn="just">
              <a:buNone/>
            </a:pPr>
            <a:r>
              <a:rPr lang="tr-TR" sz="2400" b="1" i="1" u="none" strike="noStrike" baseline="0" dirty="0">
                <a:solidFill>
                  <a:srgbClr val="C00000"/>
                </a:solidFill>
                <a:effectLst>
                  <a:outerShdw blurRad="38100" dist="38100" dir="2700000" algn="tl">
                    <a:srgbClr val="000000">
                      <a:alpha val="43137"/>
                    </a:srgbClr>
                  </a:outerShdw>
                </a:effectLst>
                <a:latin typeface="Calibri-Italic"/>
              </a:rPr>
              <a:t>İlkeli ve sorumlu bir yayıncılık yapmak kaydıyla basın, kamuoyunun oluşması ve yönlendirilmesindeki etkinliğiyle iktidarı denetleyen ve bireylerin özgürlüklerini koruyan bir faktör olarak zaman zaman diğer birçok kurumdan daha başarılı olabilmekte ve bu sebeple yasama, yürütme ve yargı erklerinin yanında dördüncü kuvvet olarak nitelendirilmektedir</a:t>
            </a:r>
            <a:r>
              <a:rPr lang="tr-TR" sz="2400" b="1" i="0" u="none" strike="noStrike" baseline="0" dirty="0">
                <a:solidFill>
                  <a:srgbClr val="C00000"/>
                </a:solidFill>
                <a:effectLst>
                  <a:outerShdw blurRad="38100" dist="38100" dir="2700000" algn="tl">
                    <a:srgbClr val="000000">
                      <a:alpha val="43137"/>
                    </a:srgbClr>
                  </a:outerShdw>
                </a:effectLst>
                <a:latin typeface="Calibri" panose="020F0502020204030204" pitchFamily="34" charset="0"/>
              </a:rPr>
              <a:t>.</a:t>
            </a:r>
            <a:endParaRPr lang="tr-TR" sz="2400"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184819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D85F75-2A89-4B1B-986C-A024B8041FA7}"/>
              </a:ext>
            </a:extLst>
          </p:cNvPr>
          <p:cNvSpPr>
            <a:spLocks noGrp="1"/>
          </p:cNvSpPr>
          <p:nvPr>
            <p:ph type="title"/>
          </p:nvPr>
        </p:nvSpPr>
        <p:spPr/>
        <p:txBody>
          <a:bodyPr>
            <a:normAutofit/>
          </a:bodyPr>
          <a:lstStyle/>
          <a:p>
            <a:pPr algn="ctr"/>
            <a:r>
              <a:rPr lang="tr-TR" sz="3600" b="1" dirty="0">
                <a:latin typeface="+mn-lt"/>
              </a:rPr>
              <a:t>İLKELİ VE SORUMLU YAYINCILIK KAVRAMI</a:t>
            </a:r>
          </a:p>
        </p:txBody>
      </p:sp>
      <p:sp>
        <p:nvSpPr>
          <p:cNvPr id="3" name="İçerik Yer Tutucusu 2">
            <a:extLst>
              <a:ext uri="{FF2B5EF4-FFF2-40B4-BE49-F238E27FC236}">
                <a16:creationId xmlns:a16="http://schemas.microsoft.com/office/drawing/2014/main" id="{15856BE3-94D4-47AE-BBCF-11A298E3B378}"/>
              </a:ext>
            </a:extLst>
          </p:cNvPr>
          <p:cNvSpPr>
            <a:spLocks noGrp="1"/>
          </p:cNvSpPr>
          <p:nvPr>
            <p:ph idx="1"/>
          </p:nvPr>
        </p:nvSpPr>
        <p:spPr/>
        <p:txBody>
          <a:bodyPr/>
          <a:lstStyle/>
          <a:p>
            <a:pPr marL="0" indent="0" algn="just">
              <a:buNone/>
            </a:pPr>
            <a:r>
              <a:rPr lang="tr-TR" b="1" dirty="0"/>
              <a:t>İlkeli ve sorumlu yayıncılık</a:t>
            </a:r>
            <a:r>
              <a:rPr lang="tr-TR" dirty="0"/>
              <a:t>” kavramı, basın, televizyon, radyo, internet ve sosyal medya dahil tüm medya organlarının </a:t>
            </a:r>
            <a:r>
              <a:rPr lang="tr-TR" b="1" dirty="0"/>
              <a:t>topluma karşı görevlerini yerine getirirken uyması gereken etik, hukuki ve toplumsal sorumluluk kurallarını</a:t>
            </a:r>
            <a:r>
              <a:rPr lang="tr-TR" dirty="0"/>
              <a:t> ifade eder.</a:t>
            </a:r>
          </a:p>
          <a:p>
            <a:pPr marL="0" indent="0">
              <a:buNone/>
            </a:pPr>
            <a:endParaRPr lang="tr-TR" dirty="0"/>
          </a:p>
          <a:p>
            <a:pPr marL="0" indent="0">
              <a:buNone/>
            </a:pPr>
            <a:r>
              <a:rPr lang="tr-TR" dirty="0"/>
              <a:t>Bunu iki boyutta açıklayabiliriz:</a:t>
            </a:r>
          </a:p>
          <a:p>
            <a:pPr marL="514350" indent="-514350">
              <a:buAutoNum type="arabicPeriod"/>
            </a:pPr>
            <a:r>
              <a:rPr lang="tr-TR" b="1" dirty="0"/>
              <a:t>İlkeli Yayıncılık</a:t>
            </a:r>
          </a:p>
          <a:p>
            <a:pPr marL="514350" indent="-514350">
              <a:buAutoNum type="arabicPeriod"/>
            </a:pPr>
            <a:r>
              <a:rPr lang="tr-TR" b="1" dirty="0"/>
              <a:t>Sorumlu Yayıncılık</a:t>
            </a:r>
            <a:endParaRPr lang="tr-TR" dirty="0"/>
          </a:p>
        </p:txBody>
      </p:sp>
    </p:spTree>
    <p:extLst>
      <p:ext uri="{BB962C8B-B14F-4D97-AF65-F5344CB8AC3E}">
        <p14:creationId xmlns:p14="http://schemas.microsoft.com/office/powerpoint/2010/main" val="19887216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5893DF3-AF0E-431C-9094-DE915871F2A5}"/>
              </a:ext>
            </a:extLst>
          </p:cNvPr>
          <p:cNvSpPr>
            <a:spLocks noGrp="1"/>
          </p:cNvSpPr>
          <p:nvPr>
            <p:ph idx="1"/>
          </p:nvPr>
        </p:nvSpPr>
        <p:spPr>
          <a:xfrm>
            <a:off x="838200" y="1253331"/>
            <a:ext cx="10515600" cy="4351338"/>
          </a:xfrm>
        </p:spPr>
        <p:txBody>
          <a:bodyPr>
            <a:normAutofit fontScale="92500"/>
          </a:bodyPr>
          <a:lstStyle/>
          <a:p>
            <a:pPr marL="0" indent="0">
              <a:buNone/>
            </a:pPr>
            <a:r>
              <a:rPr lang="tr-TR" sz="3200" b="1" dirty="0">
                <a:effectLst>
                  <a:outerShdw blurRad="38100" dist="38100" dir="2700000" algn="tl">
                    <a:srgbClr val="000000">
                      <a:alpha val="43137"/>
                    </a:srgbClr>
                  </a:outerShdw>
                </a:effectLst>
              </a:rPr>
              <a:t>İlkeli Yayıncılık</a:t>
            </a:r>
          </a:p>
          <a:p>
            <a:pPr marL="0" indent="0">
              <a:buNone/>
            </a:pPr>
            <a:endParaRPr lang="tr-TR" sz="3200" b="1" dirty="0">
              <a:effectLst>
                <a:outerShdw blurRad="38100" dist="38100" dir="2700000" algn="tl">
                  <a:srgbClr val="000000">
                    <a:alpha val="43137"/>
                  </a:srgbClr>
                </a:outerShdw>
              </a:effectLst>
            </a:endParaRPr>
          </a:p>
          <a:p>
            <a:pPr marL="0" indent="0" algn="just">
              <a:buNone/>
            </a:pPr>
            <a:r>
              <a:rPr lang="tr-TR" b="1" dirty="0"/>
              <a:t>Doğruluk ve tarafsızlık:</a:t>
            </a:r>
            <a:r>
              <a:rPr lang="tr-TR" dirty="0"/>
              <a:t> Haber ve içeriklerin gerçeklere uygun, nesnel ve doğrulanabilir şekilde sunulması.</a:t>
            </a:r>
          </a:p>
          <a:p>
            <a:pPr marL="0" indent="0" algn="just">
              <a:buNone/>
            </a:pPr>
            <a:r>
              <a:rPr lang="tr-TR" b="1" dirty="0"/>
              <a:t>Şeffaflık:</a:t>
            </a:r>
            <a:r>
              <a:rPr lang="tr-TR" dirty="0"/>
              <a:t> Kaynakların saklanmaması, manipülasyon yapılmaması.</a:t>
            </a:r>
          </a:p>
          <a:p>
            <a:pPr marL="0" indent="0" algn="just">
              <a:buNone/>
            </a:pPr>
            <a:r>
              <a:rPr lang="tr-TR" b="1" dirty="0"/>
              <a:t>Özel hayata saygı:</a:t>
            </a:r>
            <a:r>
              <a:rPr lang="tr-TR" dirty="0"/>
              <a:t> Bireylerin onuru, itibarı ve özel yaşamının korunması.</a:t>
            </a:r>
          </a:p>
          <a:p>
            <a:pPr marL="0" indent="0" algn="just">
              <a:buNone/>
            </a:pPr>
            <a:r>
              <a:rPr lang="tr-TR" b="1" dirty="0"/>
              <a:t>Toplumsal değerlere uyum:</a:t>
            </a:r>
            <a:r>
              <a:rPr lang="tr-TR" dirty="0"/>
              <a:t> Ayrımcılıktan, nefret söyleminden, şiddeti özendirici içeriklerden kaçınmak.</a:t>
            </a:r>
          </a:p>
          <a:p>
            <a:pPr marL="0" indent="0" algn="just">
              <a:buNone/>
            </a:pPr>
            <a:r>
              <a:rPr lang="tr-TR" b="1" dirty="0" err="1"/>
              <a:t>Editoryal</a:t>
            </a:r>
            <a:r>
              <a:rPr lang="tr-TR" b="1" dirty="0"/>
              <a:t> bağımsızlık:</a:t>
            </a:r>
            <a:r>
              <a:rPr lang="tr-TR" dirty="0"/>
              <a:t> Reklam ile haberin ayrılması, gizli reklam yapılmaması.</a:t>
            </a:r>
          </a:p>
          <a:p>
            <a:pPr marL="0" indent="0">
              <a:buNone/>
            </a:pPr>
            <a:endParaRPr lang="tr-TR" dirty="0"/>
          </a:p>
        </p:txBody>
      </p:sp>
    </p:spTree>
    <p:extLst>
      <p:ext uri="{BB962C8B-B14F-4D97-AF65-F5344CB8AC3E}">
        <p14:creationId xmlns:p14="http://schemas.microsoft.com/office/powerpoint/2010/main" val="42730927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9CA381E-064F-4797-82CA-088AB4EA93F1}"/>
              </a:ext>
            </a:extLst>
          </p:cNvPr>
          <p:cNvSpPr>
            <a:spLocks noGrp="1"/>
          </p:cNvSpPr>
          <p:nvPr>
            <p:ph idx="1"/>
          </p:nvPr>
        </p:nvSpPr>
        <p:spPr>
          <a:xfrm>
            <a:off x="838200" y="1473200"/>
            <a:ext cx="10515600" cy="4351338"/>
          </a:xfrm>
        </p:spPr>
        <p:txBody>
          <a:bodyPr/>
          <a:lstStyle/>
          <a:p>
            <a:pPr marL="0" indent="0">
              <a:buNone/>
            </a:pPr>
            <a:r>
              <a:rPr lang="tr-TR" sz="3200" b="1" dirty="0">
                <a:effectLst>
                  <a:outerShdw blurRad="38100" dist="38100" dir="2700000" algn="tl">
                    <a:srgbClr val="000000">
                      <a:alpha val="43137"/>
                    </a:srgbClr>
                  </a:outerShdw>
                </a:effectLst>
              </a:rPr>
              <a:t>Sorumlu Yayıncılık</a:t>
            </a:r>
          </a:p>
          <a:p>
            <a:pPr marL="0" indent="0" algn="just">
              <a:buNone/>
            </a:pPr>
            <a:r>
              <a:rPr lang="tr-TR" b="1" dirty="0"/>
              <a:t>Kamu yararı gözetmek:</a:t>
            </a:r>
            <a:r>
              <a:rPr lang="tr-TR" dirty="0"/>
              <a:t> Yayınların sadece reyting veya tıklanma değil, toplumun bilgilendirilmesi ve bilinçlendirilmesi amacıyla yapılması.</a:t>
            </a:r>
          </a:p>
          <a:p>
            <a:pPr marL="0" indent="0" algn="just">
              <a:buNone/>
            </a:pPr>
            <a:r>
              <a:rPr lang="tr-TR" b="1" dirty="0"/>
              <a:t>Hesap verebilirlik:</a:t>
            </a:r>
            <a:r>
              <a:rPr lang="tr-TR" dirty="0"/>
              <a:t> Yayıncıların hatalı içerikler için düzeltme ve özür mekanizmaları kurması.</a:t>
            </a:r>
          </a:p>
          <a:p>
            <a:pPr marL="0" indent="0" algn="just">
              <a:buNone/>
            </a:pPr>
            <a:r>
              <a:rPr lang="tr-TR" b="1" dirty="0"/>
              <a:t>Çocuk ve hassas grupların korunması:</a:t>
            </a:r>
            <a:r>
              <a:rPr lang="tr-TR" dirty="0"/>
              <a:t> Çocuklara, engellilere, yaşlılara zarar verici veya onları istismar edici yayınlardan kaçınmak.</a:t>
            </a:r>
          </a:p>
          <a:p>
            <a:pPr marL="0" indent="0" algn="just">
              <a:buNone/>
            </a:pPr>
            <a:r>
              <a:rPr lang="tr-TR" b="1" dirty="0"/>
              <a:t>Reklam etiğine uyum:</a:t>
            </a:r>
            <a:r>
              <a:rPr lang="tr-TR" dirty="0"/>
              <a:t> Aldatıcı, yanıltıcı, şiddet veya istismar içeren reklamların yayınlanmaması.</a:t>
            </a:r>
          </a:p>
          <a:p>
            <a:pPr marL="0" indent="0">
              <a:buNone/>
            </a:pPr>
            <a:endParaRPr lang="tr-TR" dirty="0"/>
          </a:p>
        </p:txBody>
      </p:sp>
    </p:spTree>
    <p:extLst>
      <p:ext uri="{BB962C8B-B14F-4D97-AF65-F5344CB8AC3E}">
        <p14:creationId xmlns:p14="http://schemas.microsoft.com/office/powerpoint/2010/main" val="36743746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D222607-7EFA-4B50-8646-4E23FC53CC35}"/>
              </a:ext>
            </a:extLst>
          </p:cNvPr>
          <p:cNvSpPr>
            <a:spLocks noGrp="1"/>
          </p:cNvSpPr>
          <p:nvPr>
            <p:ph idx="1"/>
          </p:nvPr>
        </p:nvSpPr>
        <p:spPr>
          <a:xfrm>
            <a:off x="838200" y="1253331"/>
            <a:ext cx="10515600" cy="4351338"/>
          </a:xfrm>
        </p:spPr>
        <p:txBody>
          <a:bodyPr/>
          <a:lstStyle/>
          <a:p>
            <a:pPr marL="0" indent="0">
              <a:buNone/>
            </a:pPr>
            <a:endParaRPr lang="tr-TR" dirty="0"/>
          </a:p>
          <a:p>
            <a:pPr marL="0" indent="0" algn="just">
              <a:buNone/>
            </a:pPr>
            <a:r>
              <a:rPr lang="tr-TR" sz="6000" dirty="0">
                <a:solidFill>
                  <a:srgbClr val="C00000"/>
                </a:solidFill>
              </a:rPr>
              <a:t>!</a:t>
            </a:r>
            <a:r>
              <a:rPr lang="tr-TR" dirty="0"/>
              <a:t>Kısaca, </a:t>
            </a:r>
            <a:r>
              <a:rPr lang="tr-TR" b="1" dirty="0"/>
              <a:t>ilkeli yayıncılık</a:t>
            </a:r>
            <a:r>
              <a:rPr lang="tr-TR" dirty="0"/>
              <a:t> “doğruyu, dürüstçe ve etik kurallara bağlı kalarak aktarmak”, </a:t>
            </a:r>
            <a:r>
              <a:rPr lang="tr-TR" b="1" dirty="0"/>
              <a:t>sorumlu yayıncılık</a:t>
            </a:r>
            <a:r>
              <a:rPr lang="tr-TR" dirty="0"/>
              <a:t> ise “topluma ve bireylere zarar vermemek, kamu yararını gözetmek” demektir</a:t>
            </a:r>
          </a:p>
        </p:txBody>
      </p:sp>
    </p:spTree>
    <p:extLst>
      <p:ext uri="{BB962C8B-B14F-4D97-AF65-F5344CB8AC3E}">
        <p14:creationId xmlns:p14="http://schemas.microsoft.com/office/powerpoint/2010/main" val="1401595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657356"/>
            <a:ext cx="10515600" cy="1325563"/>
          </a:xfrm>
        </p:spPr>
        <p:txBody>
          <a:bodyPr>
            <a:normAutofit/>
          </a:bodyPr>
          <a:lstStyle/>
          <a:p>
            <a:r>
              <a:rPr lang="tr-TR" sz="3600" b="1" dirty="0">
                <a:latin typeface="+mn-lt"/>
              </a:rPr>
              <a:t>BASIN YAYIN FAALİYETLERİNDE YASAL DÜZENLEMELER</a:t>
            </a:r>
            <a:endParaRPr lang="tr-TR" sz="3600" dirty="0">
              <a:latin typeface="+mn-lt"/>
            </a:endParaRPr>
          </a:p>
        </p:txBody>
      </p:sp>
      <p:sp>
        <p:nvSpPr>
          <p:cNvPr id="3" name="İçerik Yer Tutucusu 2"/>
          <p:cNvSpPr>
            <a:spLocks noGrp="1"/>
          </p:cNvSpPr>
          <p:nvPr>
            <p:ph idx="1"/>
          </p:nvPr>
        </p:nvSpPr>
        <p:spPr>
          <a:xfrm>
            <a:off x="838200" y="2136709"/>
            <a:ext cx="10515600" cy="4351338"/>
          </a:xfrm>
        </p:spPr>
        <p:txBody>
          <a:bodyPr/>
          <a:lstStyle/>
          <a:p>
            <a:pPr marL="0" indent="0" algn="just">
              <a:lnSpc>
                <a:spcPct val="150000"/>
              </a:lnSpc>
              <a:buNone/>
            </a:pPr>
            <a:r>
              <a:rPr lang="tr-TR" dirty="0"/>
              <a:t>Basın yayın faaliyetlerine ilişkin en önemli yasal düzenleme </a:t>
            </a:r>
            <a:r>
              <a:rPr lang="tr-TR" b="1" dirty="0"/>
              <a:t>Basın Kanunudur. </a:t>
            </a:r>
          </a:p>
          <a:p>
            <a:pPr marL="0" indent="0" algn="just">
              <a:lnSpc>
                <a:spcPct val="150000"/>
              </a:lnSpc>
              <a:buNone/>
            </a:pPr>
            <a:r>
              <a:rPr lang="tr-TR" dirty="0"/>
              <a:t>Kanun, öncelikle, bazı temel kavramları düzenlemiştir. Basın Kanunu’nun uygulanması bakımından kanunda geçen kavramlar, kanunun ikinci maddesinde tanımlanmıştır.</a:t>
            </a:r>
          </a:p>
        </p:txBody>
      </p:sp>
    </p:spTree>
    <p:extLst>
      <p:ext uri="{BB962C8B-B14F-4D97-AF65-F5344CB8AC3E}">
        <p14:creationId xmlns:p14="http://schemas.microsoft.com/office/powerpoint/2010/main" val="9013889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19347" y="694408"/>
            <a:ext cx="10515600" cy="5140784"/>
          </a:xfrm>
        </p:spPr>
        <p:txBody>
          <a:bodyPr>
            <a:normAutofit fontScale="77500" lnSpcReduction="20000"/>
          </a:bodyPr>
          <a:lstStyle/>
          <a:p>
            <a:pPr marL="0" indent="0">
              <a:buNone/>
            </a:pPr>
            <a:r>
              <a:rPr lang="tr-TR" sz="3800" b="1" dirty="0"/>
              <a:t>Tanımı yapılan kavramların neler olduğuna da sırasıyla değinelim. </a:t>
            </a:r>
          </a:p>
          <a:p>
            <a:pPr marL="0" indent="0">
              <a:buNone/>
            </a:pPr>
            <a:r>
              <a:rPr lang="tr-TR" b="1" dirty="0"/>
              <a:t> </a:t>
            </a:r>
          </a:p>
          <a:p>
            <a:pPr marL="0" lvl="0" indent="0">
              <a:buNone/>
            </a:pPr>
            <a:r>
              <a:rPr lang="tr-TR" sz="3400" dirty="0"/>
              <a:t>Bunlardan ilki basılmış eser kavramıdır.</a:t>
            </a:r>
          </a:p>
          <a:p>
            <a:pPr marL="0" lvl="0" indent="0">
              <a:buNone/>
            </a:pPr>
            <a:r>
              <a:rPr lang="tr-TR" sz="3400" dirty="0"/>
              <a:t>İkincisi Yayım, </a:t>
            </a:r>
          </a:p>
          <a:p>
            <a:pPr marL="0" lvl="0" indent="0">
              <a:buNone/>
            </a:pPr>
            <a:r>
              <a:rPr lang="tr-TR" sz="3400" dirty="0"/>
              <a:t>Üçüncüsü Süreli yayın, </a:t>
            </a:r>
          </a:p>
          <a:p>
            <a:pPr marL="0" lvl="0" indent="0">
              <a:buNone/>
            </a:pPr>
            <a:r>
              <a:rPr lang="tr-TR" sz="3400" dirty="0"/>
              <a:t>Dördüncüsü Yaygın süreli yayın,</a:t>
            </a:r>
          </a:p>
          <a:p>
            <a:pPr marL="0" lvl="0" indent="0">
              <a:buNone/>
            </a:pPr>
            <a:r>
              <a:rPr lang="tr-TR" sz="3400" dirty="0"/>
              <a:t>Altıncısı Yayın türü, </a:t>
            </a:r>
          </a:p>
          <a:p>
            <a:pPr marL="0" lvl="0" indent="0">
              <a:buNone/>
            </a:pPr>
            <a:r>
              <a:rPr lang="tr-TR" sz="3400" dirty="0"/>
              <a:t>Yedincisi Süresiz yayın, </a:t>
            </a:r>
          </a:p>
          <a:p>
            <a:pPr marL="0" lvl="0" indent="0">
              <a:buNone/>
            </a:pPr>
            <a:r>
              <a:rPr lang="tr-TR" sz="3400" dirty="0" err="1"/>
              <a:t>Sekincisi</a:t>
            </a:r>
            <a:r>
              <a:rPr lang="tr-TR" sz="3400" dirty="0"/>
              <a:t> Eser sahibi, </a:t>
            </a:r>
          </a:p>
          <a:p>
            <a:pPr marL="0" lvl="0" indent="0">
              <a:buNone/>
            </a:pPr>
            <a:r>
              <a:rPr lang="tr-TR" sz="3400" dirty="0"/>
              <a:t>Dokuzuncusu Yayıncı, </a:t>
            </a:r>
          </a:p>
          <a:p>
            <a:pPr marL="0" lvl="0" indent="0">
              <a:buNone/>
            </a:pPr>
            <a:r>
              <a:rPr lang="tr-TR" sz="3400" dirty="0"/>
              <a:t>Onuncusu Basımcı ve </a:t>
            </a:r>
          </a:p>
          <a:p>
            <a:pPr marL="0" indent="0">
              <a:buNone/>
            </a:pPr>
            <a:r>
              <a:rPr lang="tr-TR" sz="3400" dirty="0"/>
              <a:t>ve son olarak tüzel kişi temsilcisi kavramıdır</a:t>
            </a:r>
          </a:p>
        </p:txBody>
      </p:sp>
    </p:spTree>
    <p:extLst>
      <p:ext uri="{BB962C8B-B14F-4D97-AF65-F5344CB8AC3E}">
        <p14:creationId xmlns:p14="http://schemas.microsoft.com/office/powerpoint/2010/main" val="11721471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b="1" dirty="0"/>
              <a:t>İlk olarak basılmış eser kavramının ne olduğundan başlayalım</a:t>
            </a:r>
            <a:r>
              <a:rPr lang="tr-TR" dirty="0"/>
              <a:t>.</a:t>
            </a:r>
          </a:p>
          <a:p>
            <a:pPr marL="0" indent="0" algn="just">
              <a:buNone/>
            </a:pPr>
            <a:r>
              <a:rPr lang="tr-TR" dirty="0"/>
              <a:t>Basılmış eser, </a:t>
            </a:r>
            <a:r>
              <a:rPr lang="tr-TR" b="1" dirty="0"/>
              <a:t>yayımlanmak üzere</a:t>
            </a:r>
            <a:r>
              <a:rPr lang="tr-TR" dirty="0"/>
              <a:t> </a:t>
            </a:r>
            <a:r>
              <a:rPr lang="tr-TR" b="1" dirty="0"/>
              <a:t>her türlü basım araçları ile basılan veya diğer araçlarla çoğaltılan yazı, resim ve benzeri eserlerle, haber ajansı yayınlarını </a:t>
            </a:r>
            <a:r>
              <a:rPr lang="tr-TR" dirty="0"/>
              <a:t>ifade eder.</a:t>
            </a:r>
          </a:p>
          <a:p>
            <a:pPr marL="0" indent="0">
              <a:buNone/>
            </a:pPr>
            <a:endParaRPr lang="tr-TR" dirty="0"/>
          </a:p>
        </p:txBody>
      </p:sp>
    </p:spTree>
    <p:extLst>
      <p:ext uri="{BB962C8B-B14F-4D97-AF65-F5344CB8AC3E}">
        <p14:creationId xmlns:p14="http://schemas.microsoft.com/office/powerpoint/2010/main" val="42637727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buNone/>
            </a:pPr>
            <a:r>
              <a:rPr lang="tr-TR" dirty="0"/>
              <a:t>İkinci olarak açıklamamız gereken kavram, </a:t>
            </a:r>
            <a:r>
              <a:rPr lang="tr-TR" b="1" dirty="0"/>
              <a:t>Süresiz yayın</a:t>
            </a:r>
            <a:r>
              <a:rPr lang="tr-TR" dirty="0"/>
              <a:t>. Süresiz yayın belli aralıklarla yayımlanmayan, bir defalığına basılmış bulunan kitap türü eserleri ifade eden yayındır.</a:t>
            </a:r>
          </a:p>
          <a:p>
            <a:pPr marL="0" indent="0">
              <a:buNone/>
            </a:pPr>
            <a:endParaRPr lang="tr-TR" dirty="0"/>
          </a:p>
        </p:txBody>
      </p:sp>
    </p:spTree>
    <p:extLst>
      <p:ext uri="{BB962C8B-B14F-4D97-AF65-F5344CB8AC3E}">
        <p14:creationId xmlns:p14="http://schemas.microsoft.com/office/powerpoint/2010/main" val="24922787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b="1" dirty="0"/>
              <a:t>Süreli yayın ise,</a:t>
            </a:r>
            <a:r>
              <a:rPr lang="tr-TR" dirty="0"/>
              <a:t> birbirini izleyen ayrı bölümler halinde, genellikle numaralandırılmış olarak yayımlanan ve önceden belirlenmiş bitişi olmayan kaynaklardır. Gazete ve dergi gibi basılmış yayınları ifade eder. </a:t>
            </a:r>
          </a:p>
          <a:p>
            <a:pPr marL="0" indent="0" algn="just">
              <a:buNone/>
            </a:pPr>
            <a:endParaRPr lang="tr-TR" dirty="0"/>
          </a:p>
          <a:p>
            <a:pPr marL="0" indent="0" algn="just">
              <a:buNone/>
            </a:pPr>
            <a:r>
              <a:rPr lang="tr-TR" dirty="0"/>
              <a:t>Süreli yayın kendi içerisinde yaygın süreli, bölgesel süreli ve yerel süreli yayın olarak ayrılır. </a:t>
            </a:r>
          </a:p>
          <a:p>
            <a:pPr marL="0" indent="0">
              <a:buNone/>
            </a:pPr>
            <a:endParaRPr lang="tr-TR" dirty="0"/>
          </a:p>
        </p:txBody>
      </p:sp>
    </p:spTree>
    <p:extLst>
      <p:ext uri="{BB962C8B-B14F-4D97-AF65-F5344CB8AC3E}">
        <p14:creationId xmlns:p14="http://schemas.microsoft.com/office/powerpoint/2010/main" val="8601222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Diğer bir kavram olan </a:t>
            </a:r>
            <a:r>
              <a:rPr lang="tr-TR" b="1" dirty="0"/>
              <a:t>eser sahibi ise</a:t>
            </a:r>
            <a:r>
              <a:rPr lang="tr-TR" dirty="0"/>
              <a:t> yayının içeriğini oluşturan kişidir.</a:t>
            </a:r>
          </a:p>
          <a:p>
            <a:pPr marL="0" indent="0" algn="just">
              <a:buNone/>
            </a:pPr>
            <a:r>
              <a:rPr lang="tr-TR" dirty="0"/>
              <a:t>Bir eseri basılmış eser durumuna getirip, yayımlayan gerçek ve tüzel kişi ise </a:t>
            </a:r>
            <a:r>
              <a:rPr lang="tr-TR" b="1" dirty="0"/>
              <a:t>yayıncı</a:t>
            </a:r>
            <a:r>
              <a:rPr lang="tr-TR" dirty="0"/>
              <a:t> olarak tanımlanır.</a:t>
            </a:r>
          </a:p>
          <a:p>
            <a:pPr marL="0" indent="0" algn="just">
              <a:buNone/>
            </a:pPr>
            <a:r>
              <a:rPr lang="tr-TR" dirty="0"/>
              <a:t>Bir eseri basım araçları ile basan ya da çoğaltan gerçek ya da tüzel kişiye ise, </a:t>
            </a:r>
            <a:r>
              <a:rPr lang="tr-TR" b="1" dirty="0"/>
              <a:t>basımcı </a:t>
            </a:r>
            <a:r>
              <a:rPr lang="tr-TR" dirty="0"/>
              <a:t>denilmektedir. </a:t>
            </a:r>
          </a:p>
          <a:p>
            <a:pPr marL="0" indent="0" algn="just">
              <a:buNone/>
            </a:pPr>
            <a:endParaRPr lang="tr-TR" dirty="0"/>
          </a:p>
        </p:txBody>
      </p:sp>
    </p:spTree>
    <p:extLst>
      <p:ext uri="{BB962C8B-B14F-4D97-AF65-F5344CB8AC3E}">
        <p14:creationId xmlns:p14="http://schemas.microsoft.com/office/powerpoint/2010/main" val="30530714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Autofit/>
          </a:bodyPr>
          <a:lstStyle/>
          <a:p>
            <a:pPr algn="ctr"/>
            <a:r>
              <a:rPr lang="tr-TR" sz="3600" b="1" dirty="0">
                <a:latin typeface="+mn-lt"/>
              </a:rPr>
              <a:t>RADYO ve TELEVİZYON YAYINCILIĞINDA YASAL DÜZENLEMELER</a:t>
            </a:r>
            <a:br>
              <a:rPr lang="tr-TR" sz="3600" dirty="0">
                <a:latin typeface="+mn-lt"/>
              </a:rPr>
            </a:br>
            <a:endParaRPr lang="tr-TR" sz="3600" dirty="0">
              <a:latin typeface="+mn-lt"/>
            </a:endParaRPr>
          </a:p>
        </p:txBody>
      </p:sp>
      <p:sp>
        <p:nvSpPr>
          <p:cNvPr id="3" name="İçerik Yer Tutucusu 2"/>
          <p:cNvSpPr>
            <a:spLocks noGrp="1"/>
          </p:cNvSpPr>
          <p:nvPr>
            <p:ph idx="1"/>
          </p:nvPr>
        </p:nvSpPr>
        <p:spPr/>
        <p:txBody>
          <a:bodyPr>
            <a:normAutofit/>
          </a:bodyPr>
          <a:lstStyle/>
          <a:p>
            <a:pPr marL="0" indent="0" algn="just">
              <a:lnSpc>
                <a:spcPct val="150000"/>
              </a:lnSpc>
              <a:buNone/>
            </a:pPr>
            <a:r>
              <a:rPr lang="tr-TR" sz="2400" dirty="0"/>
              <a:t>Ülkemizde ilk radyo yayını 1927 yılında, televizyon yayınları ise ilk kez 1968 yılında başlamıştır.  Televizyonculuk 1990 tarihine kadar TRT vasıtası ile devlet tekelinde devam etmiş, bu tarihten sonra ise özel televizyonlar kurulmaya başlamıştır. </a:t>
            </a:r>
          </a:p>
          <a:p>
            <a:pPr marL="0" indent="0" algn="just">
              <a:lnSpc>
                <a:spcPct val="150000"/>
              </a:lnSpc>
              <a:buNone/>
            </a:pPr>
            <a:r>
              <a:rPr lang="tr-TR" sz="2400" dirty="0"/>
              <a:t> </a:t>
            </a:r>
          </a:p>
          <a:p>
            <a:pPr marL="0" indent="0" algn="just">
              <a:lnSpc>
                <a:spcPct val="150000"/>
              </a:lnSpc>
              <a:buNone/>
            </a:pPr>
            <a:r>
              <a:rPr lang="tr-TR" sz="2400" dirty="0"/>
              <a:t>Radyo ve televizyon yayıncılığı geliştikçe yıllar içerisinde, çeşitli yasal düzenlemeler de doğmuştur.</a:t>
            </a:r>
          </a:p>
        </p:txBody>
      </p:sp>
    </p:spTree>
    <p:extLst>
      <p:ext uri="{BB962C8B-B14F-4D97-AF65-F5344CB8AC3E}">
        <p14:creationId xmlns:p14="http://schemas.microsoft.com/office/powerpoint/2010/main" val="1721451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buNone/>
            </a:pPr>
            <a:r>
              <a:rPr lang="tr-TR" b="1" dirty="0"/>
              <a:t>Türkiye Radyo ve Televizyon Kanunu</a:t>
            </a:r>
            <a:endParaRPr lang="tr-TR" dirty="0"/>
          </a:p>
          <a:p>
            <a:pPr marL="0" indent="0" algn="just">
              <a:lnSpc>
                <a:spcPct val="150000"/>
              </a:lnSpc>
              <a:buNone/>
            </a:pPr>
            <a:r>
              <a:rPr lang="tr-TR" sz="2400" dirty="0"/>
              <a:t>Her türlü teknik usul ve araçlarla ve her ne isim altında olursa olsun elektromanyetik dalga yoluyla yurtiçine ve yurtdışına yapılan radyo füzyon ve televizyon yayınları ile ilgili tüm esasların düzenlenmesini amaçlamıştır.</a:t>
            </a:r>
          </a:p>
          <a:p>
            <a:pPr marL="0" indent="0">
              <a:buNone/>
            </a:pPr>
            <a:endParaRPr lang="tr-TR" dirty="0"/>
          </a:p>
        </p:txBody>
      </p:sp>
    </p:spTree>
    <p:extLst>
      <p:ext uri="{BB962C8B-B14F-4D97-AF65-F5344CB8AC3E}">
        <p14:creationId xmlns:p14="http://schemas.microsoft.com/office/powerpoint/2010/main" val="3542228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32467" y="113121"/>
            <a:ext cx="10515600" cy="6127423"/>
          </a:xfrm>
        </p:spPr>
        <p:txBody>
          <a:bodyPr>
            <a:noAutofit/>
          </a:bodyPr>
          <a:lstStyle/>
          <a:p>
            <a:pPr marL="0" indent="0" algn="just">
              <a:buNone/>
            </a:pPr>
            <a:r>
              <a:rPr lang="tr-TR" sz="2000" b="1" dirty="0"/>
              <a:t>Radyo ve Televizyonların Kuruluş ve Yayınları Hakkında Kanun</a:t>
            </a:r>
          </a:p>
          <a:p>
            <a:pPr marL="0" indent="0" algn="just">
              <a:lnSpc>
                <a:spcPct val="150000"/>
              </a:lnSpc>
              <a:buNone/>
            </a:pPr>
            <a:r>
              <a:rPr lang="tr-TR" sz="2000" b="1" dirty="0"/>
              <a:t>Bu kanunun amacı </a:t>
            </a:r>
            <a:r>
              <a:rPr lang="tr-TR" sz="2000" dirty="0"/>
              <a:t>ise, radyo ve televizyon yayınlarının düzenlenmesi ve Radyo ve Televizyon Üst kurulunun kuruluş görev yetki ve sorumluluklarına ilişkin esas ve usulleri düzenlemektir. </a:t>
            </a:r>
          </a:p>
          <a:p>
            <a:pPr marL="0" indent="0" algn="just">
              <a:lnSpc>
                <a:spcPct val="150000"/>
              </a:lnSpc>
              <a:buNone/>
            </a:pPr>
            <a:r>
              <a:rPr lang="tr-TR" sz="2000" dirty="0"/>
              <a:t>Tüm radyo televizyon kuruluş ve yayınları ile isteğe bağlı yayın hizmetleri bu kanunun yetki alanı içerisindedir. </a:t>
            </a:r>
          </a:p>
          <a:p>
            <a:pPr marL="0" indent="0" algn="just">
              <a:lnSpc>
                <a:spcPct val="150000"/>
              </a:lnSpc>
              <a:buNone/>
            </a:pPr>
            <a:r>
              <a:rPr lang="tr-TR" sz="2000" dirty="0"/>
              <a:t>Kanunda özel yayıncılık kuruluşlarının uyması gereken kurallar ve yükümlülükler de düzenlenmiştir. </a:t>
            </a:r>
          </a:p>
          <a:p>
            <a:pPr marL="0" indent="0" algn="just">
              <a:lnSpc>
                <a:spcPct val="150000"/>
              </a:lnSpc>
              <a:buNone/>
            </a:pPr>
            <a:r>
              <a:rPr lang="tr-TR" sz="2000" dirty="0"/>
              <a:t>Hisse devirleri, şirket birleşme ve devralmalarının üst kurula bildirilmesi, logo ve çağrı işareti kullanmak zorunda olmaları gibi…</a:t>
            </a:r>
          </a:p>
          <a:p>
            <a:pPr marL="0" indent="0" algn="just">
              <a:lnSpc>
                <a:spcPct val="150000"/>
              </a:lnSpc>
              <a:buNone/>
            </a:pPr>
            <a:r>
              <a:rPr lang="tr-TR" sz="2000" dirty="0"/>
              <a:t>Kanunda, tüm yayın kuruluşlarının aynı ilkelere tabii olduğu belirtilir. </a:t>
            </a:r>
          </a:p>
          <a:p>
            <a:pPr marL="0" indent="0" algn="just">
              <a:lnSpc>
                <a:spcPct val="150000"/>
              </a:lnSpc>
              <a:buNone/>
            </a:pPr>
            <a:r>
              <a:rPr lang="tr-TR" sz="2000" dirty="0"/>
              <a:t>Kanun ayrıca yayınlara yönelik hizmet içerikleri, ticari iletişimin genel esasları, televizyon, radyo yayın hizmetlerinde reklam ve tele alışverişi de düzenler. Sponsorluk ve ürün yerleştirmeye ilişkin kurallar da yine kanunda yer almaktadır.</a:t>
            </a:r>
          </a:p>
          <a:p>
            <a:pPr marL="0" indent="0" algn="just">
              <a:lnSpc>
                <a:spcPct val="150000"/>
              </a:lnSpc>
              <a:buNone/>
            </a:pPr>
            <a:r>
              <a:rPr lang="tr-TR" sz="2000" dirty="0"/>
              <a:t> </a:t>
            </a:r>
          </a:p>
          <a:p>
            <a:pPr marL="0" indent="0" algn="just">
              <a:buNone/>
            </a:pPr>
            <a:endParaRPr lang="tr-TR" sz="2000" dirty="0"/>
          </a:p>
        </p:txBody>
      </p:sp>
    </p:spTree>
    <p:extLst>
      <p:ext uri="{BB962C8B-B14F-4D97-AF65-F5344CB8AC3E}">
        <p14:creationId xmlns:p14="http://schemas.microsoft.com/office/powerpoint/2010/main" val="4260459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677944" y="1194684"/>
            <a:ext cx="10515600" cy="1325563"/>
          </a:xfrm>
        </p:spPr>
        <p:txBody>
          <a:bodyPr>
            <a:normAutofit fontScale="90000"/>
          </a:bodyPr>
          <a:lstStyle/>
          <a:p>
            <a:pPr algn="ctr"/>
            <a:r>
              <a:rPr lang="tr-TR" b="1" dirty="0">
                <a:latin typeface="+mn-lt"/>
              </a:rPr>
              <a:t>İNTERNET YAYINCILIĞINDA YASAL DÜZENLEMELER</a:t>
            </a:r>
            <a:br>
              <a:rPr lang="tr-TR" b="1" dirty="0">
                <a:latin typeface="+mn-lt"/>
              </a:rPr>
            </a:br>
            <a:r>
              <a:rPr lang="tr-TR" b="1" dirty="0">
                <a:latin typeface="+mn-lt"/>
              </a:rPr>
              <a:t> </a:t>
            </a:r>
          </a:p>
        </p:txBody>
      </p:sp>
      <p:sp>
        <p:nvSpPr>
          <p:cNvPr id="3" name="İçerik Yer Tutucusu 2"/>
          <p:cNvSpPr>
            <a:spLocks noGrp="1"/>
          </p:cNvSpPr>
          <p:nvPr>
            <p:ph idx="1"/>
          </p:nvPr>
        </p:nvSpPr>
        <p:spPr>
          <a:xfrm>
            <a:off x="838200" y="2937988"/>
            <a:ext cx="10515600" cy="4351338"/>
          </a:xfrm>
        </p:spPr>
        <p:txBody>
          <a:bodyPr/>
          <a:lstStyle/>
          <a:p>
            <a:pPr marL="0" indent="0" algn="just">
              <a:lnSpc>
                <a:spcPct val="150000"/>
              </a:lnSpc>
              <a:buNone/>
            </a:pPr>
            <a:r>
              <a:rPr lang="tr-TR" sz="2400" dirty="0"/>
              <a:t>İnternet yayıncılığına dair düzenlemeler, internetin kullanılması ile ilgili ortaya çıkan hukuki meseleleri ve buna bağlı olarak internet erişimi ve kullanımı, ifade özgürlüğü, özel hayatın korunması gibi konuları kapsamına alır. </a:t>
            </a:r>
          </a:p>
          <a:p>
            <a:pPr marL="0" indent="0" algn="just">
              <a:lnSpc>
                <a:spcPct val="150000"/>
              </a:lnSpc>
              <a:buNone/>
            </a:pPr>
            <a:endParaRPr lang="tr-TR" sz="2400" dirty="0"/>
          </a:p>
          <a:p>
            <a:pPr marL="0" indent="0">
              <a:lnSpc>
                <a:spcPct val="150000"/>
              </a:lnSpc>
              <a:buNone/>
            </a:pPr>
            <a:endParaRPr lang="tr-TR" dirty="0"/>
          </a:p>
        </p:txBody>
      </p:sp>
    </p:spTree>
    <p:extLst>
      <p:ext uri="{BB962C8B-B14F-4D97-AF65-F5344CB8AC3E}">
        <p14:creationId xmlns:p14="http://schemas.microsoft.com/office/powerpoint/2010/main" val="20980289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47627" y="1194029"/>
            <a:ext cx="10515600" cy="4351338"/>
          </a:xfrm>
        </p:spPr>
        <p:txBody>
          <a:bodyPr>
            <a:normAutofit/>
          </a:bodyPr>
          <a:lstStyle/>
          <a:p>
            <a:pPr marL="0" indent="0" algn="just">
              <a:lnSpc>
                <a:spcPct val="150000"/>
              </a:lnSpc>
              <a:buNone/>
            </a:pPr>
            <a:r>
              <a:rPr lang="tr-TR" sz="2400" dirty="0"/>
              <a:t>İnternet yayıncılığı, diğer tüm kitle iletişim araçları gibi mesajın, hedef kitleye ulaştırılması amacını taşımaktadır. </a:t>
            </a:r>
          </a:p>
          <a:p>
            <a:pPr marL="0" indent="0" algn="just">
              <a:lnSpc>
                <a:spcPct val="150000"/>
              </a:lnSpc>
              <a:buNone/>
            </a:pPr>
            <a:r>
              <a:rPr lang="tr-TR" sz="2400" dirty="0"/>
              <a:t>Ulaştığı geniş kitle ve zaman ve mekândan bağımsızlığı çeşitli yasal yükümlülüklerin oluşmasını gerektirmiştir.  </a:t>
            </a:r>
          </a:p>
          <a:p>
            <a:pPr marL="0" indent="0" algn="just">
              <a:lnSpc>
                <a:spcPct val="150000"/>
              </a:lnSpc>
              <a:buNone/>
            </a:pPr>
            <a:r>
              <a:rPr lang="tr-TR" sz="2400" dirty="0"/>
              <a:t>Bu çerçevede İnternet Ortamında Yapılan Yayınların Düzenlenmesi ve Bu Yayınlar Yoluyla İşlenen Suçlarla Mücadele Edilmesi Hakkında Kanun, Türk Ceza Kanunu, Fikir ve Sanat Eserleri Kanunu en önemli yasal kaynaklardır.  </a:t>
            </a:r>
          </a:p>
          <a:p>
            <a:pPr marL="0" indent="0">
              <a:buNone/>
            </a:pPr>
            <a:endParaRPr lang="tr-TR" dirty="0"/>
          </a:p>
        </p:txBody>
      </p:sp>
    </p:spTree>
    <p:extLst>
      <p:ext uri="{BB962C8B-B14F-4D97-AF65-F5344CB8AC3E}">
        <p14:creationId xmlns:p14="http://schemas.microsoft.com/office/powerpoint/2010/main" val="7835260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pPr marL="0" indent="0" algn="ctr">
              <a:lnSpc>
                <a:spcPct val="150000"/>
              </a:lnSpc>
              <a:buNone/>
            </a:pPr>
            <a:r>
              <a:rPr lang="tr-TR" sz="2400" dirty="0"/>
              <a:t>Türkiye'de, internet ile ilgili en kapsamlı düzenleme, 5651 sayılı İnternet Ortamında Yapılan Yayınların Düzenlenmesi ve Bu Yayınlar Yoluyla İşlenen Suçlarla Mücadele Edilmesi Hakkında Kanun ile yapılmıştır. </a:t>
            </a:r>
          </a:p>
        </p:txBody>
      </p:sp>
    </p:spTree>
    <p:extLst>
      <p:ext uri="{BB962C8B-B14F-4D97-AF65-F5344CB8AC3E}">
        <p14:creationId xmlns:p14="http://schemas.microsoft.com/office/powerpoint/2010/main" val="12823953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04187" y="1175175"/>
            <a:ext cx="10515600" cy="4351338"/>
          </a:xfrm>
        </p:spPr>
        <p:txBody>
          <a:bodyPr>
            <a:normAutofit fontScale="77500" lnSpcReduction="20000"/>
          </a:bodyPr>
          <a:lstStyle/>
          <a:p>
            <a:pPr marL="0" indent="0">
              <a:buNone/>
            </a:pPr>
            <a:r>
              <a:rPr lang="tr-TR" b="1" u="sng" dirty="0"/>
              <a:t>Peki bu kanun ile düzenleme yapılan alanlar nelerdir, tek tek belirtelim bunları</a:t>
            </a:r>
            <a:endParaRPr lang="tr-TR" b="1" dirty="0"/>
          </a:p>
          <a:p>
            <a:pPr marL="0" indent="0">
              <a:buNone/>
            </a:pPr>
            <a:r>
              <a:rPr lang="tr-TR" dirty="0"/>
              <a:t> </a:t>
            </a:r>
          </a:p>
          <a:p>
            <a:pPr marL="0" indent="0">
              <a:lnSpc>
                <a:spcPct val="150000"/>
              </a:lnSpc>
              <a:buNone/>
            </a:pPr>
            <a:r>
              <a:rPr lang="tr-TR" dirty="0"/>
              <a:t>5651 sayılı Kanun ile;</a:t>
            </a:r>
          </a:p>
          <a:p>
            <a:pPr lvl="0">
              <a:lnSpc>
                <a:spcPct val="150000"/>
              </a:lnSpc>
            </a:pPr>
            <a:r>
              <a:rPr lang="tr-TR" dirty="0"/>
              <a:t>İçerik sağlayıcı, yer sağlayıcı ve erişim sağlayıcı gibi kavramlar tanımlanmış ve bunların hak ve sorumlulukları belirlenmiştir.</a:t>
            </a:r>
          </a:p>
          <a:p>
            <a:pPr lvl="0">
              <a:lnSpc>
                <a:spcPct val="150000"/>
              </a:lnSpc>
            </a:pPr>
            <a:r>
              <a:rPr lang="tr-TR" dirty="0"/>
              <a:t>Erişimin engellenmesi usul ve esasları düzenlenmiştir.</a:t>
            </a:r>
          </a:p>
          <a:p>
            <a:pPr lvl="0">
              <a:lnSpc>
                <a:spcPct val="150000"/>
              </a:lnSpc>
            </a:pPr>
            <a:r>
              <a:rPr lang="tr-TR" dirty="0"/>
              <a:t>İnternet ortamında yayınlanan içerik nedeniyle haklarının ihlal edildiğini iddia eden kişilere ilişkin; içeriğin yayından çıkarılmasını sağlama ve cevap hakkı uygulamalarına ilişkin usul ve esaslara yer verilmiştir. </a:t>
            </a:r>
          </a:p>
          <a:p>
            <a:pPr marL="0" indent="0">
              <a:buNone/>
            </a:pPr>
            <a:endParaRPr lang="tr-TR" dirty="0"/>
          </a:p>
        </p:txBody>
      </p:sp>
    </p:spTree>
    <p:extLst>
      <p:ext uri="{BB962C8B-B14F-4D97-AF65-F5344CB8AC3E}">
        <p14:creationId xmlns:p14="http://schemas.microsoft.com/office/powerpoint/2010/main" val="16628745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87371" y="1423448"/>
            <a:ext cx="10515600" cy="6063841"/>
          </a:xfrm>
        </p:spPr>
        <p:txBody>
          <a:bodyPr>
            <a:normAutofit/>
          </a:bodyPr>
          <a:lstStyle/>
          <a:p>
            <a:pPr marL="0" indent="0">
              <a:lnSpc>
                <a:spcPct val="150000"/>
              </a:lnSpc>
              <a:buNone/>
            </a:pPr>
            <a:r>
              <a:rPr lang="tr-TR" b="1" dirty="0"/>
              <a:t>İçerik sağlayıcı:</a:t>
            </a:r>
            <a:r>
              <a:rPr lang="tr-TR" dirty="0"/>
              <a:t> İnternet ortamı üzerinden kullanıcılara sunulan her türlü bilgi veya veriyi üreten, değiştiren ve sağlayan gerçek veya tüzel kişilerdir.</a:t>
            </a:r>
            <a:br>
              <a:rPr lang="tr-TR" dirty="0"/>
            </a:br>
            <a:endParaRPr lang="tr-TR" dirty="0"/>
          </a:p>
          <a:p>
            <a:pPr marL="0" indent="0" algn="just">
              <a:lnSpc>
                <a:spcPct val="150000"/>
              </a:lnSpc>
              <a:buNone/>
            </a:pPr>
            <a:r>
              <a:rPr lang="tr-TR" b="1" dirty="0"/>
              <a:t>Yer sağlayıcı:</a:t>
            </a:r>
            <a:r>
              <a:rPr lang="tr-TR" dirty="0"/>
              <a:t> Hizmet ve içerikleri barındıran sistemleri sağlayan veya işleten gerçek veya tüzel kişilerdir.</a:t>
            </a:r>
          </a:p>
          <a:p>
            <a:pPr marL="0" indent="0" algn="just">
              <a:lnSpc>
                <a:spcPct val="150000"/>
              </a:lnSpc>
              <a:buNone/>
            </a:pPr>
            <a:r>
              <a:rPr lang="tr-TR" dirty="0"/>
              <a:t> </a:t>
            </a:r>
          </a:p>
        </p:txBody>
      </p:sp>
    </p:spTree>
    <p:extLst>
      <p:ext uri="{BB962C8B-B14F-4D97-AF65-F5344CB8AC3E}">
        <p14:creationId xmlns:p14="http://schemas.microsoft.com/office/powerpoint/2010/main" val="28082503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b="1" dirty="0"/>
              <a:t>Üyelik gerektiren veya hesap sahibi olunan web sitelerde, hesap sahipleri veya üyeler tarafından paylaşılan içerikler yönünden bakıldığında paylaşımı gerçekleştiren kişiler içerik sağlayıcıdır. </a:t>
            </a:r>
          </a:p>
          <a:p>
            <a:pPr marL="0" indent="0" algn="just">
              <a:buNone/>
            </a:pPr>
            <a:r>
              <a:rPr lang="tr-TR" b="1" dirty="0"/>
              <a:t>İçeriğin paylaşıldığı web adresinin sahibi olan gerçek veya tüzel kişi ise yer sağlayıcısıdır. </a:t>
            </a:r>
          </a:p>
        </p:txBody>
      </p:sp>
    </p:spTree>
    <p:extLst>
      <p:ext uri="{BB962C8B-B14F-4D97-AF65-F5344CB8AC3E}">
        <p14:creationId xmlns:p14="http://schemas.microsoft.com/office/powerpoint/2010/main" val="4013299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85334" y="1203456"/>
            <a:ext cx="10515600" cy="4351338"/>
          </a:xfrm>
        </p:spPr>
        <p:txBody>
          <a:bodyPr>
            <a:normAutofit lnSpcReduction="10000"/>
          </a:bodyPr>
          <a:lstStyle/>
          <a:p>
            <a:pPr marL="0" indent="0">
              <a:buNone/>
            </a:pPr>
            <a:r>
              <a:rPr lang="tr-TR" b="1" dirty="0"/>
              <a:t>YER SAĞLAYICININ YÜKÜMLERİ VE SORUMLULUKLARI</a:t>
            </a:r>
          </a:p>
          <a:p>
            <a:pPr marL="0" indent="0">
              <a:buNone/>
            </a:pPr>
            <a:endParaRPr lang="tr-TR" dirty="0"/>
          </a:p>
          <a:p>
            <a:pPr algn="just"/>
            <a:r>
              <a:rPr lang="tr-TR" dirty="0"/>
              <a:t>Kural olarak yer sağlayıcı;</a:t>
            </a:r>
          </a:p>
          <a:p>
            <a:pPr algn="just" fontAlgn="base"/>
            <a:r>
              <a:rPr lang="tr-TR" dirty="0"/>
              <a:t>Yer sağladığı içeriği kontrol etmek zorunda değildir, hukuka aykırı faaliyetin mevcut olup olmadığını araştırma yükümlülüğü yoktur.</a:t>
            </a:r>
          </a:p>
          <a:p>
            <a:pPr algn="just" fontAlgn="base"/>
            <a:r>
              <a:rPr lang="tr-TR" dirty="0"/>
              <a:t>Konusu suç teşkil eden içeriği haberdar edildikten itibaren 24 saat içerisinde yayından çıkarmakla yükümlüdür.</a:t>
            </a:r>
          </a:p>
          <a:p>
            <a:pPr algn="just" fontAlgn="base"/>
            <a:r>
              <a:rPr lang="tr-TR" dirty="0"/>
              <a:t>Yer sağladığı tüm hizmetlere ilişkin trafik bilgilerini saklamak ve bu bilgilerin doğruluğunu, bütünlüğünü ve güvenliğini sağlamakla yükümlüdür.</a:t>
            </a:r>
          </a:p>
          <a:p>
            <a:pPr marL="0" indent="0">
              <a:buNone/>
            </a:pPr>
            <a:endParaRPr lang="tr-TR" dirty="0"/>
          </a:p>
        </p:txBody>
      </p:sp>
    </p:spTree>
    <p:extLst>
      <p:ext uri="{BB962C8B-B14F-4D97-AF65-F5344CB8AC3E}">
        <p14:creationId xmlns:p14="http://schemas.microsoft.com/office/powerpoint/2010/main" val="17780510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28773" y="1344858"/>
            <a:ext cx="10515600" cy="4351338"/>
          </a:xfrm>
        </p:spPr>
        <p:txBody>
          <a:bodyPr/>
          <a:lstStyle/>
          <a:p>
            <a:pPr marL="0" indent="0">
              <a:buNone/>
            </a:pPr>
            <a:endParaRPr lang="tr-TR" b="1" dirty="0"/>
          </a:p>
          <a:p>
            <a:pPr marL="0" indent="0">
              <a:buNone/>
            </a:pPr>
            <a:r>
              <a:rPr lang="tr-TR" b="1" dirty="0"/>
              <a:t>ERİŞİM SAĞLAYICI NEDİR?</a:t>
            </a:r>
            <a:endParaRPr lang="tr-TR" dirty="0"/>
          </a:p>
          <a:p>
            <a:r>
              <a:rPr lang="tr-TR" dirty="0"/>
              <a:t>Kullanıcılarına İnternet ortamına erişim olanağı sağlayan her türlü gerçek veya tüzel kişilere erişim sağlayıcı denir.</a:t>
            </a:r>
          </a:p>
          <a:p>
            <a:r>
              <a:rPr lang="tr-TR" dirty="0"/>
              <a:t>Erişim sağlayıcı ise İnternet ortamına erişim olanağı sağlayan gerçek veya tüzel kişilerdir. Örnek vermek gerekirse TTNET, </a:t>
            </a:r>
            <a:r>
              <a:rPr lang="tr-TR" dirty="0" err="1"/>
              <a:t>Turkcell</a:t>
            </a:r>
            <a:r>
              <a:rPr lang="tr-TR" dirty="0"/>
              <a:t> Superonline gibi firmalar erişim sağlayıcısı olarak tanımlanır.</a:t>
            </a:r>
          </a:p>
          <a:p>
            <a:pPr marL="0" indent="0">
              <a:buNone/>
            </a:pPr>
            <a:endParaRPr lang="tr-TR" dirty="0"/>
          </a:p>
        </p:txBody>
      </p:sp>
    </p:spTree>
    <p:extLst>
      <p:ext uri="{BB962C8B-B14F-4D97-AF65-F5344CB8AC3E}">
        <p14:creationId xmlns:p14="http://schemas.microsoft.com/office/powerpoint/2010/main" val="32710889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23041" y="1241163"/>
            <a:ext cx="10515600" cy="4351338"/>
          </a:xfrm>
        </p:spPr>
        <p:txBody>
          <a:bodyPr/>
          <a:lstStyle/>
          <a:p>
            <a:pPr marL="0" indent="0">
              <a:buNone/>
            </a:pPr>
            <a:r>
              <a:rPr lang="tr-TR" b="1" dirty="0"/>
              <a:t>Erişim Sağlayıcı Sorumluluğu</a:t>
            </a:r>
            <a:endParaRPr lang="tr-TR" dirty="0"/>
          </a:p>
          <a:p>
            <a:pPr marL="0" indent="0" algn="just">
              <a:buNone/>
            </a:pPr>
            <a:r>
              <a:rPr lang="tr-TR" dirty="0"/>
              <a:t>Erişim sağlayıcı, kendisi aracılığıyla ulaşılan İnternet sitelerini ve içerikleri kontrol etmek, bu içeriklerin hukuka aykırı olup olmadığını tespit etmek ile yükümlü değildir. </a:t>
            </a:r>
          </a:p>
          <a:p>
            <a:pPr marL="0" indent="0" algn="just">
              <a:buNone/>
            </a:pPr>
            <a:r>
              <a:rPr lang="tr-TR" dirty="0"/>
              <a:t>Ancak erişim sağlayıcıya bu hukuka aykırı içerik veya İnternet sitelerinin bildirilmesi halinde erişim sağlayıcı o içeriğe veya İnternet sitesine erişimi engellemek ile yükümlüdür. </a:t>
            </a:r>
          </a:p>
          <a:p>
            <a:pPr marL="0" indent="0" algn="just">
              <a:buNone/>
            </a:pPr>
            <a:r>
              <a:rPr lang="tr-TR" dirty="0"/>
              <a:t>Ayrıca erişim sağlayıcı, erişimi engellediği bu içeriklere alternatif erişim yollarını da engellemek ile yükümlüdür.</a:t>
            </a:r>
          </a:p>
          <a:p>
            <a:pPr marL="0" indent="0">
              <a:buNone/>
            </a:pPr>
            <a:endParaRPr lang="tr-TR" dirty="0"/>
          </a:p>
        </p:txBody>
      </p:sp>
    </p:spTree>
    <p:extLst>
      <p:ext uri="{BB962C8B-B14F-4D97-AF65-F5344CB8AC3E}">
        <p14:creationId xmlns:p14="http://schemas.microsoft.com/office/powerpoint/2010/main" val="4744669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130431" y="1081562"/>
            <a:ext cx="10515600" cy="1325563"/>
          </a:xfrm>
        </p:spPr>
        <p:txBody>
          <a:bodyPr>
            <a:normAutofit/>
          </a:bodyPr>
          <a:lstStyle/>
          <a:p>
            <a:r>
              <a:rPr lang="tr-TR" sz="3600" b="1" dirty="0">
                <a:latin typeface="+mn-lt"/>
              </a:rPr>
              <a:t>MEDYADA CEZAİ SORUMLULUK VE SUÇ TİPLERİ</a:t>
            </a:r>
            <a:endParaRPr lang="tr-TR" sz="3600" dirty="0">
              <a:latin typeface="+mn-lt"/>
            </a:endParaRPr>
          </a:p>
        </p:txBody>
      </p:sp>
      <p:sp>
        <p:nvSpPr>
          <p:cNvPr id="3" name="İçerik Yer Tutucusu 2"/>
          <p:cNvSpPr>
            <a:spLocks noGrp="1"/>
          </p:cNvSpPr>
          <p:nvPr>
            <p:ph idx="1"/>
          </p:nvPr>
        </p:nvSpPr>
        <p:spPr>
          <a:xfrm>
            <a:off x="753358" y="2985122"/>
            <a:ext cx="10515600" cy="4351338"/>
          </a:xfrm>
        </p:spPr>
        <p:txBody>
          <a:bodyPr/>
          <a:lstStyle/>
          <a:p>
            <a:pPr marL="0" indent="0" algn="ctr">
              <a:lnSpc>
                <a:spcPct val="150000"/>
              </a:lnSpc>
              <a:spcAft>
                <a:spcPts val="0"/>
              </a:spcAft>
              <a:buNone/>
            </a:pPr>
            <a:r>
              <a:rPr lang="tr-TR" sz="2400" kern="150" dirty="0">
                <a:solidFill>
                  <a:srgbClr val="000000"/>
                </a:solidFill>
                <a:latin typeface="Arial" panose="020B0604020202020204" pitchFamily="34" charset="0"/>
                <a:ea typeface="SimSun" panose="02010600030101010101" pitchFamily="2" charset="-122"/>
                <a:cs typeface="Lucida Sans" panose="020B0602030504020204" pitchFamily="34" charset="0"/>
              </a:rPr>
              <a:t>Medyada cezai sorumluluk konusu; </a:t>
            </a:r>
            <a:r>
              <a:rPr lang="tr-TR" sz="2400" b="1" kern="150" dirty="0">
                <a:solidFill>
                  <a:srgbClr val="000000"/>
                </a:solidFill>
                <a:latin typeface="Arial" panose="020B0604020202020204" pitchFamily="34" charset="0"/>
                <a:ea typeface="SimSun" panose="02010600030101010101" pitchFamily="2" charset="-122"/>
                <a:cs typeface="Lucida Sans" panose="020B0602030504020204" pitchFamily="34" charset="0"/>
              </a:rPr>
              <a:t>basın- yayın, radyo ve televizyon faaliyetlerindeki cezai sorumlulukları </a:t>
            </a:r>
            <a:r>
              <a:rPr lang="tr-TR" sz="2400" kern="150" dirty="0">
                <a:solidFill>
                  <a:srgbClr val="000000"/>
                </a:solidFill>
                <a:latin typeface="Arial" panose="020B0604020202020204" pitchFamily="34" charset="0"/>
                <a:ea typeface="SimSun" panose="02010600030101010101" pitchFamily="2" charset="-122"/>
                <a:cs typeface="Lucida Sans" panose="020B0602030504020204" pitchFamily="34" charset="0"/>
              </a:rPr>
              <a:t>ve </a:t>
            </a:r>
            <a:r>
              <a:rPr lang="tr-TR" sz="2400" b="1" kern="150" dirty="0">
                <a:solidFill>
                  <a:srgbClr val="000000"/>
                </a:solidFill>
                <a:latin typeface="Arial" panose="020B0604020202020204" pitchFamily="34" charset="0"/>
                <a:ea typeface="SimSun" panose="02010600030101010101" pitchFamily="2" charset="-122"/>
                <a:cs typeface="Lucida Sans" panose="020B0602030504020204" pitchFamily="34" charset="0"/>
              </a:rPr>
              <a:t>internet ortamındaki yayınlar nedeniyle ortaya çıkabilecek cezai sorumlulukları </a:t>
            </a:r>
            <a:r>
              <a:rPr lang="tr-TR" sz="2400" kern="150" dirty="0">
                <a:solidFill>
                  <a:srgbClr val="000000"/>
                </a:solidFill>
                <a:latin typeface="Arial" panose="020B0604020202020204" pitchFamily="34" charset="0"/>
                <a:ea typeface="SimSun" panose="02010600030101010101" pitchFamily="2" charset="-122"/>
                <a:cs typeface="Lucida Sans" panose="020B0602030504020204" pitchFamily="34" charset="0"/>
              </a:rPr>
              <a:t>kapsamaktadır.</a:t>
            </a:r>
            <a:endParaRPr lang="tr-TR" sz="2400" kern="150" dirty="0">
              <a:latin typeface="Times New Roman" panose="02020603050405020304" pitchFamily="18" charset="0"/>
              <a:ea typeface="SimSun" panose="02010600030101010101" pitchFamily="2" charset="-122"/>
              <a:cs typeface="Lucida Sans" panose="020B0602030504020204" pitchFamily="34" charset="0"/>
            </a:endParaRPr>
          </a:p>
          <a:p>
            <a:endParaRPr lang="tr-TR" dirty="0"/>
          </a:p>
        </p:txBody>
      </p:sp>
    </p:spTree>
    <p:extLst>
      <p:ext uri="{BB962C8B-B14F-4D97-AF65-F5344CB8AC3E}">
        <p14:creationId xmlns:p14="http://schemas.microsoft.com/office/powerpoint/2010/main" val="37050120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253738" y="1212883"/>
            <a:ext cx="11426072" cy="4351338"/>
          </a:xfrm>
        </p:spPr>
        <p:txBody>
          <a:bodyPr>
            <a:normAutofit fontScale="85000" lnSpcReduction="10000"/>
          </a:bodyPr>
          <a:lstStyle/>
          <a:p>
            <a:pPr marL="0" indent="0">
              <a:lnSpc>
                <a:spcPct val="150000"/>
              </a:lnSpc>
              <a:buNone/>
            </a:pPr>
            <a:r>
              <a:rPr lang="tr-TR" b="1" dirty="0"/>
              <a:t>Öncelikle, basın yoluyla işlenen suçlardan ve basın-yayın faaliyetlerindeki cezai sorumluluklardan bahsedelim. </a:t>
            </a:r>
          </a:p>
          <a:p>
            <a:pPr marL="0" indent="0">
              <a:lnSpc>
                <a:spcPct val="150000"/>
              </a:lnSpc>
              <a:buNone/>
            </a:pPr>
            <a:endParaRPr lang="tr-TR" b="1" dirty="0"/>
          </a:p>
          <a:p>
            <a:pPr algn="just">
              <a:lnSpc>
                <a:spcPct val="150000"/>
              </a:lnSpc>
            </a:pPr>
            <a:r>
              <a:rPr lang="tr-TR" dirty="0"/>
              <a:t>Basın suçu, suç niteliği olan bir eylemin basılmış eserler yoluyla işlenmesidir. </a:t>
            </a:r>
          </a:p>
          <a:p>
            <a:pPr marL="0" indent="0" algn="just">
              <a:lnSpc>
                <a:spcPct val="150000"/>
              </a:lnSpc>
              <a:buNone/>
            </a:pPr>
            <a:endParaRPr lang="tr-TR" dirty="0"/>
          </a:p>
          <a:p>
            <a:pPr algn="just">
              <a:lnSpc>
                <a:spcPct val="150000"/>
              </a:lnSpc>
            </a:pPr>
            <a:r>
              <a:rPr lang="tr-TR" dirty="0"/>
              <a:t>Basın suçları, Basın Kanunu’nda tanımlanmış suçları ve Türk Ceza Kanunu’nda tanımlanan bir kısım suçların basın yoluyla işlenmesi durumuyla ilgili hükümlerini içermektedir.</a:t>
            </a:r>
          </a:p>
          <a:p>
            <a:pPr algn="just"/>
            <a:endParaRPr lang="tr-TR" dirty="0"/>
          </a:p>
          <a:p>
            <a:pPr marL="0" indent="0">
              <a:buNone/>
            </a:pPr>
            <a:endParaRPr lang="tr-TR" dirty="0"/>
          </a:p>
        </p:txBody>
      </p:sp>
    </p:spTree>
    <p:extLst>
      <p:ext uri="{BB962C8B-B14F-4D97-AF65-F5344CB8AC3E}">
        <p14:creationId xmlns:p14="http://schemas.microsoft.com/office/powerpoint/2010/main" val="7299351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b="1" dirty="0"/>
              <a:t>Radyo ve televizyon yayınlarında ise Basın Kanunu ile kıyaslandığında daha net ilkeler belirlenmiş ve yasaklar getirilmiştir. </a:t>
            </a:r>
          </a:p>
          <a:p>
            <a:pPr marL="0" indent="0" algn="just">
              <a:buNone/>
            </a:pPr>
            <a:endParaRPr lang="tr-TR" b="1" dirty="0"/>
          </a:p>
          <a:p>
            <a:pPr marL="0" indent="0" algn="just">
              <a:buNone/>
            </a:pPr>
            <a:r>
              <a:rPr lang="tr-TR" b="1" dirty="0"/>
              <a:t>Bunun sebebi, radyo ve televizyon yayınlarının basına göre daha hızlı bir şekilde, daha geniş kitlelere yayılması ve toplumun bu yayınlara kolayca ulaşabilmesidir.</a:t>
            </a:r>
          </a:p>
        </p:txBody>
      </p:sp>
      <p:sp>
        <p:nvSpPr>
          <p:cNvPr id="4" name="5-Nokta Yıldız 3"/>
          <p:cNvSpPr/>
          <p:nvPr/>
        </p:nvSpPr>
        <p:spPr>
          <a:xfrm>
            <a:off x="159470" y="2969443"/>
            <a:ext cx="678730" cy="829559"/>
          </a:xfrm>
          <a:prstGeom prst="star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90583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41402"/>
            <a:ext cx="10515600" cy="6636470"/>
          </a:xfrm>
        </p:spPr>
        <p:txBody>
          <a:bodyPr>
            <a:normAutofit fontScale="47500" lnSpcReduction="20000"/>
          </a:bodyPr>
          <a:lstStyle/>
          <a:p>
            <a:pPr marL="0" indent="0">
              <a:buNone/>
            </a:pPr>
            <a:r>
              <a:rPr lang="tr-TR" sz="4400" b="1" dirty="0"/>
              <a:t>Yayın hizmetlerinde uyulması gereken ilkeler çok ayrıntılı şekilde sayılmıştır. Bunlar;</a:t>
            </a:r>
          </a:p>
          <a:p>
            <a:pPr marL="0" indent="0">
              <a:buNone/>
            </a:pPr>
            <a:endParaRPr lang="tr-TR" dirty="0"/>
          </a:p>
          <a:p>
            <a:pPr marL="0" indent="0">
              <a:lnSpc>
                <a:spcPct val="170000"/>
              </a:lnSpc>
              <a:buNone/>
            </a:pPr>
            <a:r>
              <a:rPr lang="tr-TR" sz="3800" dirty="0"/>
              <a:t>Yayın hizmetleri Türkiye Cumhuriyeti Devletinin varlık ve bağımsızlığına, Devletin ülkesi ve milletiyle bölünmez bütünlüğüne, Atatürk ilke ve inkılâplarına karşıt olamaz.</a:t>
            </a:r>
          </a:p>
          <a:p>
            <a:pPr marL="0" indent="0">
              <a:lnSpc>
                <a:spcPct val="170000"/>
              </a:lnSpc>
              <a:buNone/>
            </a:pPr>
            <a:r>
              <a:rPr lang="tr-TR" sz="3800" dirty="0"/>
              <a:t>Toplum içinde ırk, din, dil, sınıf, cinsiyet, mezhep ve bölge ayırt ederek toplumu kin ve düşmanlığa tahrik edemez ya da toplumda nefret hisleri oluşturamaz.</a:t>
            </a:r>
          </a:p>
          <a:p>
            <a:pPr marL="0" indent="0">
              <a:lnSpc>
                <a:spcPct val="170000"/>
              </a:lnSpc>
              <a:buNone/>
            </a:pPr>
            <a:r>
              <a:rPr lang="tr-TR" sz="3800" dirty="0"/>
              <a:t>Kişilerin özel hayatının gizliliğine ve şerefine saygılı olma ilkesinin dışına çıkamaz, kişi ya da kuruluşları, eleştiri sınırlarının dışında aşağılayıcı, karalayıcı ya da iftira niteliğinde ifadeler bulunduramaz.</a:t>
            </a:r>
          </a:p>
          <a:p>
            <a:pPr marL="0" indent="0">
              <a:lnSpc>
                <a:spcPct val="170000"/>
              </a:lnSpc>
              <a:buNone/>
            </a:pPr>
            <a:r>
              <a:rPr lang="tr-TR" sz="3800" dirty="0"/>
              <a:t>Yayın hizmetleri terörü destekleyemez, özendiremez, terör örgütlerini haklı ya da güçlüymüş gibi gösteremez.</a:t>
            </a:r>
          </a:p>
          <a:p>
            <a:pPr marL="0" indent="0">
              <a:lnSpc>
                <a:spcPct val="170000"/>
              </a:lnSpc>
              <a:buNone/>
            </a:pPr>
            <a:r>
              <a:rPr lang="tr-TR" sz="3800" dirty="0"/>
              <a:t>Yayın hizmetleri suça teşvik edemez, suçu, suçluyu ve suç örgütlerini övemez, suç işleme metotlarını öğretici özellik taşıyamaz.</a:t>
            </a:r>
          </a:p>
          <a:p>
            <a:pPr marL="0" indent="0">
              <a:lnSpc>
                <a:spcPct val="170000"/>
              </a:lnSpc>
              <a:buNone/>
            </a:pPr>
            <a:r>
              <a:rPr lang="tr-TR" sz="3800" dirty="0"/>
              <a:t> Zayıflara, çocuklara ve engelli bireylere yönelik şiddeti özendiremez, bu tip bireylere yönelik istismar edici içerikler içeremez.</a:t>
            </a:r>
          </a:p>
          <a:p>
            <a:pPr marL="0" indent="0">
              <a:lnSpc>
                <a:spcPct val="170000"/>
              </a:lnSpc>
              <a:buNone/>
            </a:pPr>
            <a:r>
              <a:rPr lang="tr-TR" sz="3800" dirty="0"/>
              <a:t>Sigara, alkol, uyuşturucu gibi bağımlılık yapan madde kullanımına ve kumara özendirici özellikte olamaz.</a:t>
            </a:r>
          </a:p>
          <a:p>
            <a:pPr marL="0" indent="0">
              <a:buNone/>
            </a:pPr>
            <a:endParaRPr lang="tr-TR" sz="3300" dirty="0"/>
          </a:p>
        </p:txBody>
      </p:sp>
    </p:spTree>
    <p:extLst>
      <p:ext uri="{BB962C8B-B14F-4D97-AF65-F5344CB8AC3E}">
        <p14:creationId xmlns:p14="http://schemas.microsoft.com/office/powerpoint/2010/main" val="24663542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03695"/>
            <a:ext cx="10515600" cy="6073268"/>
          </a:xfrm>
        </p:spPr>
        <p:txBody>
          <a:bodyPr>
            <a:normAutofit fontScale="85000" lnSpcReduction="20000"/>
          </a:bodyPr>
          <a:lstStyle/>
          <a:p>
            <a:pPr marL="0" indent="0">
              <a:buNone/>
            </a:pPr>
            <a:r>
              <a:rPr lang="tr-TR" b="1" dirty="0"/>
              <a:t>Şimdi de internet ortamında ortaya çıkan cezai sorumluluklara bakalım. </a:t>
            </a:r>
          </a:p>
          <a:p>
            <a:pPr marL="0" indent="0">
              <a:buNone/>
            </a:pPr>
            <a:endParaRPr lang="tr-TR" b="1" dirty="0"/>
          </a:p>
          <a:p>
            <a:pPr algn="just">
              <a:lnSpc>
                <a:spcPct val="160000"/>
              </a:lnSpc>
            </a:pPr>
            <a:r>
              <a:rPr lang="tr-TR" dirty="0"/>
              <a:t>İnternet günümüzde bilgiye ulaşmak için en kısa ve hızlı yol haline gelmiştir.  Ayrıca haberleşme anlamında da internet geniş imkanlar sunmaktadır.</a:t>
            </a:r>
          </a:p>
          <a:p>
            <a:pPr algn="just">
              <a:lnSpc>
                <a:spcPct val="160000"/>
              </a:lnSpc>
            </a:pPr>
            <a:r>
              <a:rPr lang="tr-TR" dirty="0"/>
              <a:t>Bu nedenle, internet vasıtası ile de hakaret, telif haklarına aykırılık, şiddete yönelik içerik gibi hukuki ihlaller meydana gelebilir. </a:t>
            </a:r>
          </a:p>
          <a:p>
            <a:pPr algn="just">
              <a:lnSpc>
                <a:spcPct val="160000"/>
              </a:lnSpc>
            </a:pPr>
            <a:r>
              <a:rPr lang="tr-TR" dirty="0"/>
              <a:t>Sorun, bu ihlallerin sonucunda kimlerin sorumlu tutulacağıdır. </a:t>
            </a:r>
          </a:p>
          <a:p>
            <a:pPr algn="just">
              <a:lnSpc>
                <a:spcPct val="160000"/>
              </a:lnSpc>
            </a:pPr>
            <a:r>
              <a:rPr lang="tr-TR" dirty="0"/>
              <a:t>İnternet ortamında yapılan yayınların düzenlenmesi ve bu yayınlar yoluyla işlenen suçlarla mücadele edilmesi hakkında kanun hükümleri ile internet ortamındaki hukuka aykırı davranışların sorumluları belirlenmiştir. </a:t>
            </a:r>
          </a:p>
          <a:p>
            <a:pPr algn="just">
              <a:lnSpc>
                <a:spcPct val="160000"/>
              </a:lnSpc>
            </a:pPr>
            <a:r>
              <a:rPr lang="tr-TR" dirty="0"/>
              <a:t>Bu sorumlular, </a:t>
            </a:r>
            <a:r>
              <a:rPr lang="tr-TR" b="1" dirty="0"/>
              <a:t>içerik sağlayıcı</a:t>
            </a:r>
            <a:r>
              <a:rPr lang="tr-TR" dirty="0"/>
              <a:t>, </a:t>
            </a:r>
            <a:r>
              <a:rPr lang="tr-TR" b="1" dirty="0"/>
              <a:t>erişim sağlayıcı </a:t>
            </a:r>
            <a:r>
              <a:rPr lang="tr-TR" dirty="0"/>
              <a:t>ve </a:t>
            </a:r>
            <a:r>
              <a:rPr lang="tr-TR" b="1" dirty="0"/>
              <a:t>yer sağlayıcılardır</a:t>
            </a:r>
            <a:r>
              <a:rPr lang="tr-TR" dirty="0"/>
              <a:t>. </a:t>
            </a:r>
          </a:p>
          <a:p>
            <a:pPr marL="0" indent="0">
              <a:buNone/>
            </a:pPr>
            <a:endParaRPr lang="tr-TR" dirty="0"/>
          </a:p>
        </p:txBody>
      </p:sp>
    </p:spTree>
    <p:extLst>
      <p:ext uri="{BB962C8B-B14F-4D97-AF65-F5344CB8AC3E}">
        <p14:creationId xmlns:p14="http://schemas.microsoft.com/office/powerpoint/2010/main" val="26571527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62785" y="1118614"/>
            <a:ext cx="10515600" cy="4351338"/>
          </a:xfrm>
        </p:spPr>
        <p:txBody>
          <a:bodyPr>
            <a:normAutofit fontScale="92500" lnSpcReduction="10000"/>
          </a:bodyPr>
          <a:lstStyle/>
          <a:p>
            <a:pPr marL="0" indent="0" algn="just">
              <a:lnSpc>
                <a:spcPct val="150000"/>
              </a:lnSpc>
              <a:buNone/>
            </a:pPr>
            <a:r>
              <a:rPr lang="tr-TR" dirty="0"/>
              <a:t>İçerik sağlayıcı, internet ortamında kullanıma sunduğu </a:t>
            </a:r>
            <a:r>
              <a:rPr lang="tr-TR" b="1" dirty="0"/>
              <a:t>her türlü içerikten sorumludur </a:t>
            </a:r>
            <a:r>
              <a:rPr lang="tr-TR" dirty="0"/>
              <a:t>fakat içerik sağlayıcı </a:t>
            </a:r>
            <a:r>
              <a:rPr lang="tr-TR" b="1" dirty="0">
                <a:solidFill>
                  <a:srgbClr val="C00000"/>
                </a:solidFill>
              </a:rPr>
              <a:t>bağlantı sağladığı başkasına ait içerikten sorumlu olmaz.</a:t>
            </a:r>
          </a:p>
          <a:p>
            <a:pPr marL="0" indent="0" algn="just">
              <a:lnSpc>
                <a:spcPct val="150000"/>
              </a:lnSpc>
              <a:buNone/>
            </a:pPr>
            <a:r>
              <a:rPr lang="tr-TR" dirty="0"/>
              <a:t>İnternet üzerindeki platformlarda paylaşım yaparak içerik ve veri üreten her gerçek veya tüzel kişi içerik sağlayıcı olabilir. Örneğin; Facebook, Youtube, </a:t>
            </a:r>
            <a:r>
              <a:rPr lang="tr-TR" dirty="0" err="1"/>
              <a:t>Twitter</a:t>
            </a:r>
            <a:r>
              <a:rPr lang="tr-TR" dirty="0"/>
              <a:t> gibi sosyal medya platformlara üye olarak paylaşım yapan kişiler içerik sağlayıcıdır.</a:t>
            </a:r>
            <a:endParaRPr lang="tr-TR" b="1" dirty="0">
              <a:solidFill>
                <a:srgbClr val="C00000"/>
              </a:solidFill>
            </a:endParaRPr>
          </a:p>
          <a:p>
            <a:pPr marL="0" indent="0">
              <a:buNone/>
            </a:pPr>
            <a:endParaRPr lang="tr-TR" dirty="0"/>
          </a:p>
        </p:txBody>
      </p:sp>
    </p:spTree>
    <p:extLst>
      <p:ext uri="{BB962C8B-B14F-4D97-AF65-F5344CB8AC3E}">
        <p14:creationId xmlns:p14="http://schemas.microsoft.com/office/powerpoint/2010/main" val="182750815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10119" y="1116708"/>
            <a:ext cx="10515600" cy="4351338"/>
          </a:xfrm>
        </p:spPr>
        <p:txBody>
          <a:bodyPr>
            <a:normAutofit/>
          </a:bodyPr>
          <a:lstStyle/>
          <a:p>
            <a:pPr marL="0" indent="0" algn="just">
              <a:lnSpc>
                <a:spcPct val="150000"/>
              </a:lnSpc>
              <a:buNone/>
            </a:pPr>
            <a:r>
              <a:rPr lang="tr-TR" sz="2400" dirty="0"/>
              <a:t>Yer sağlayıcı ise yer sağladığı hukuka aykırı içerikten haberdar edildiğinde, teknik olarak imkan bulduğu ölçüde hukuka aykırı içeriği yayından kaldırmakla yükümlüdür.</a:t>
            </a:r>
          </a:p>
          <a:p>
            <a:pPr marL="0" indent="0" algn="just">
              <a:lnSpc>
                <a:spcPct val="150000"/>
              </a:lnSpc>
              <a:buNone/>
            </a:pPr>
            <a:endParaRPr lang="tr-TR" sz="2400" dirty="0"/>
          </a:p>
          <a:p>
            <a:pPr marL="0" indent="0" algn="just">
              <a:lnSpc>
                <a:spcPct val="150000"/>
              </a:lnSpc>
              <a:buNone/>
            </a:pPr>
            <a:r>
              <a:rPr lang="tr-TR" sz="2400" dirty="0"/>
              <a:t>Facebook, </a:t>
            </a:r>
            <a:r>
              <a:rPr lang="tr-TR" sz="2400" dirty="0" err="1"/>
              <a:t>twitter</a:t>
            </a:r>
            <a:r>
              <a:rPr lang="tr-TR" sz="2400" dirty="0"/>
              <a:t>, </a:t>
            </a:r>
            <a:r>
              <a:rPr lang="tr-TR" sz="2400" dirty="0" err="1"/>
              <a:t>instagram</a:t>
            </a:r>
            <a:r>
              <a:rPr lang="tr-TR" sz="2400" dirty="0"/>
              <a:t>, </a:t>
            </a:r>
            <a:r>
              <a:rPr lang="tr-TR" sz="2400" dirty="0" err="1"/>
              <a:t>youtube</a:t>
            </a:r>
            <a:r>
              <a:rPr lang="tr-TR" sz="2400" dirty="0"/>
              <a:t>, </a:t>
            </a:r>
            <a:r>
              <a:rPr lang="tr-TR" sz="2400" dirty="0" err="1"/>
              <a:t>linkedin</a:t>
            </a:r>
            <a:r>
              <a:rPr lang="tr-TR" sz="2400" dirty="0"/>
              <a:t> gibi sosyal medya araçları yer sağlayıcı sıfatına sahiptirler.</a:t>
            </a:r>
          </a:p>
        </p:txBody>
      </p:sp>
    </p:spTree>
    <p:extLst>
      <p:ext uri="{BB962C8B-B14F-4D97-AF65-F5344CB8AC3E}">
        <p14:creationId xmlns:p14="http://schemas.microsoft.com/office/powerpoint/2010/main" val="10195601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28773" y="1288297"/>
            <a:ext cx="10515600" cy="4351338"/>
          </a:xfrm>
        </p:spPr>
        <p:txBody>
          <a:bodyPr>
            <a:normAutofit lnSpcReduction="10000"/>
          </a:bodyPr>
          <a:lstStyle/>
          <a:p>
            <a:pPr marL="0" indent="0" algn="just">
              <a:lnSpc>
                <a:spcPct val="150000"/>
              </a:lnSpc>
              <a:buNone/>
            </a:pPr>
            <a:r>
              <a:rPr lang="tr-TR" dirty="0"/>
              <a:t>Erişim sağlayıcının da yükümlülükleri vardır. Erişim sağlayıcı, hukuka aykırı içeriğe erişimi engellemekle, sağladığı hizmete ilişkin trafik bilgilerinin doğruluğunu, bütünlüğünü ve gizliliğini sağlamakla yükümlüdür.</a:t>
            </a:r>
          </a:p>
          <a:p>
            <a:pPr marL="0" indent="0" algn="just">
              <a:lnSpc>
                <a:spcPct val="150000"/>
              </a:lnSpc>
              <a:buNone/>
            </a:pPr>
            <a:r>
              <a:rPr lang="tr-TR" dirty="0"/>
              <a:t>Erişim sağlayıcı ise İnternet ortamına erişim olanağı sağlayan gerçek veya tüzel kişilerdir. Örnek vermek gerekirse TTNET, </a:t>
            </a:r>
            <a:r>
              <a:rPr lang="tr-TR" dirty="0" err="1"/>
              <a:t>Turkcell</a:t>
            </a:r>
            <a:r>
              <a:rPr lang="tr-TR" dirty="0"/>
              <a:t> Superonline gibi firmalar erişim sağlayıcısı olarak tanımlanır</a:t>
            </a:r>
          </a:p>
        </p:txBody>
      </p:sp>
    </p:spTree>
    <p:extLst>
      <p:ext uri="{BB962C8B-B14F-4D97-AF65-F5344CB8AC3E}">
        <p14:creationId xmlns:p14="http://schemas.microsoft.com/office/powerpoint/2010/main" val="13372999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348300"/>
            <a:ext cx="10515600" cy="6007281"/>
          </a:xfrm>
        </p:spPr>
        <p:txBody>
          <a:bodyPr>
            <a:normAutofit fontScale="85000" lnSpcReduction="20000"/>
          </a:bodyPr>
          <a:lstStyle/>
          <a:p>
            <a:pPr marL="0" indent="0">
              <a:buNone/>
            </a:pPr>
            <a:r>
              <a:rPr lang="tr-TR" b="1" dirty="0"/>
              <a:t>TCK’de düzenlenen ve kitle iletişim araçlarıyla işlenmesi mümkün olduğu için medya hukukuna bağlı olarak da karşımıza çıkan ve en çok karşılaşılan bazı suç türleri  ise;</a:t>
            </a:r>
          </a:p>
          <a:p>
            <a:pPr marL="0" indent="0">
              <a:buNone/>
            </a:pPr>
            <a:r>
              <a:rPr lang="tr-TR" dirty="0"/>
              <a:t>Hakaret</a:t>
            </a:r>
          </a:p>
          <a:p>
            <a:pPr marL="0" indent="0">
              <a:buNone/>
            </a:pPr>
            <a:r>
              <a:rPr lang="tr-TR" dirty="0"/>
              <a:t>haberleşmenin gizliliğini ihlal</a:t>
            </a:r>
          </a:p>
          <a:p>
            <a:pPr marL="0" indent="0">
              <a:buNone/>
            </a:pPr>
            <a:r>
              <a:rPr lang="tr-TR" dirty="0"/>
              <a:t>kişiler arasındaki konuşmaların dinlenmesi ve kayda alınması</a:t>
            </a:r>
          </a:p>
          <a:p>
            <a:pPr marL="0" indent="0">
              <a:buNone/>
            </a:pPr>
            <a:r>
              <a:rPr lang="tr-TR" dirty="0"/>
              <a:t>özel hayatın gizliliğini ihlal</a:t>
            </a:r>
          </a:p>
          <a:p>
            <a:pPr marL="0" indent="0">
              <a:buNone/>
            </a:pPr>
            <a:r>
              <a:rPr lang="tr-TR" dirty="0"/>
              <a:t>suç işlemeye tahrik</a:t>
            </a:r>
          </a:p>
          <a:p>
            <a:pPr marL="0" indent="0">
              <a:buNone/>
            </a:pPr>
            <a:r>
              <a:rPr lang="tr-TR" dirty="0"/>
              <a:t>suçu ve suçluyu övme</a:t>
            </a:r>
          </a:p>
          <a:p>
            <a:pPr marL="0" indent="0">
              <a:buNone/>
            </a:pPr>
            <a:r>
              <a:rPr lang="tr-TR" dirty="0"/>
              <a:t>halkı kin ve düşmanlığa tahrik etme</a:t>
            </a:r>
          </a:p>
          <a:p>
            <a:pPr marL="0" indent="0">
              <a:buNone/>
            </a:pPr>
            <a:r>
              <a:rPr lang="tr-TR" dirty="0"/>
              <a:t>aşağılama, kanunlara uymamaya tahrik</a:t>
            </a:r>
          </a:p>
          <a:p>
            <a:pPr marL="0" indent="0">
              <a:buNone/>
            </a:pPr>
            <a:r>
              <a:rPr lang="tr-TR" dirty="0"/>
              <a:t>Müstehcenlik</a:t>
            </a:r>
          </a:p>
          <a:p>
            <a:pPr marL="0" indent="0">
              <a:buNone/>
            </a:pPr>
            <a:r>
              <a:rPr lang="tr-TR" dirty="0"/>
              <a:t>İftira</a:t>
            </a:r>
          </a:p>
          <a:p>
            <a:pPr marL="0" indent="0">
              <a:buNone/>
            </a:pPr>
            <a:r>
              <a:rPr lang="tr-TR" dirty="0"/>
              <a:t>gizliliğin  ihlali</a:t>
            </a:r>
          </a:p>
          <a:p>
            <a:pPr marL="0" indent="0">
              <a:buNone/>
            </a:pPr>
            <a:r>
              <a:rPr lang="tr-TR" dirty="0"/>
              <a:t>Türk Milletini ve Türkiye Cumhuriyeti Devletinin Kurum ve Organlarını Aşağılama </a:t>
            </a:r>
          </a:p>
          <a:p>
            <a:pPr marL="0" indent="0">
              <a:buNone/>
            </a:pPr>
            <a:r>
              <a:rPr lang="tr-TR" dirty="0"/>
              <a:t>olarak sayabiliriz.</a:t>
            </a:r>
          </a:p>
          <a:p>
            <a:pPr marL="0" indent="0">
              <a:buNone/>
            </a:pPr>
            <a:endParaRPr lang="tr-TR" dirty="0"/>
          </a:p>
        </p:txBody>
      </p:sp>
    </p:spTree>
    <p:extLst>
      <p:ext uri="{BB962C8B-B14F-4D97-AF65-F5344CB8AC3E}">
        <p14:creationId xmlns:p14="http://schemas.microsoft.com/office/powerpoint/2010/main" val="41858892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53358" y="2506662"/>
            <a:ext cx="10515600" cy="4351338"/>
          </a:xfrm>
        </p:spPr>
        <p:txBody>
          <a:bodyPr/>
          <a:lstStyle/>
          <a:p>
            <a:pPr marL="0" indent="0" algn="ctr">
              <a:buNone/>
            </a:pPr>
            <a:r>
              <a:rPr lang="tr-TR" sz="3200" b="1" dirty="0"/>
              <a:t>YAZILI VE GÖRSEL MEDYADA KİŞİLİK HAKLARI</a:t>
            </a:r>
            <a:endParaRPr lang="tr-TR" sz="3200" dirty="0"/>
          </a:p>
          <a:p>
            <a:pPr marL="0" indent="0">
              <a:buNone/>
            </a:pPr>
            <a:endParaRPr lang="tr-TR" dirty="0"/>
          </a:p>
        </p:txBody>
      </p:sp>
    </p:spTree>
    <p:extLst>
      <p:ext uri="{BB962C8B-B14F-4D97-AF65-F5344CB8AC3E}">
        <p14:creationId xmlns:p14="http://schemas.microsoft.com/office/powerpoint/2010/main" val="1576517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Kişilik hakları bireylerin insan olması dolayısıyla ayrılmaz bir biçimde sahip olduğu haklardır. Bunlar para ile ölçülemeyen, devredilemeyen ve mirasçılara geçemeyen mutlak haklardır.</a:t>
            </a:r>
          </a:p>
          <a:p>
            <a:pPr marL="0" indent="0" algn="just">
              <a:buNone/>
            </a:pPr>
            <a:endParaRPr lang="tr-TR" dirty="0"/>
          </a:p>
        </p:txBody>
      </p:sp>
    </p:spTree>
    <p:extLst>
      <p:ext uri="{BB962C8B-B14F-4D97-AF65-F5344CB8AC3E}">
        <p14:creationId xmlns:p14="http://schemas.microsoft.com/office/powerpoint/2010/main" val="30908348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47627" y="1326004"/>
            <a:ext cx="10515600" cy="4351338"/>
          </a:xfrm>
        </p:spPr>
        <p:txBody>
          <a:bodyPr>
            <a:normAutofit fontScale="85000" lnSpcReduction="20000"/>
          </a:bodyPr>
          <a:lstStyle/>
          <a:p>
            <a:pPr marL="0" indent="0" algn="just">
              <a:lnSpc>
                <a:spcPct val="160000"/>
              </a:lnSpc>
              <a:buNone/>
            </a:pPr>
            <a:r>
              <a:rPr lang="tr-TR" dirty="0"/>
              <a:t>Kişilik hakkı, dayanağını anayasadan alan, mutlak bir haktır. </a:t>
            </a:r>
          </a:p>
          <a:p>
            <a:pPr marL="0" indent="0" algn="just">
              <a:lnSpc>
                <a:spcPct val="160000"/>
              </a:lnSpc>
              <a:buNone/>
            </a:pPr>
            <a:r>
              <a:rPr lang="tr-TR" dirty="0"/>
              <a:t>Anayasamızda, herkesin maddi ve manevi varlığını geliştirme hakkı olduğu açıkça belirtilmiştir. </a:t>
            </a:r>
          </a:p>
          <a:p>
            <a:pPr marL="0" indent="0" algn="just">
              <a:lnSpc>
                <a:spcPct val="160000"/>
              </a:lnSpc>
              <a:buNone/>
            </a:pPr>
            <a:r>
              <a:rPr lang="tr-TR" dirty="0"/>
              <a:t>Maddi kişilik haklarını, </a:t>
            </a:r>
            <a:r>
              <a:rPr lang="tr-TR" b="1" dirty="0"/>
              <a:t>bedensel haklar </a:t>
            </a:r>
            <a:r>
              <a:rPr lang="tr-TR" dirty="0"/>
              <a:t>ve </a:t>
            </a:r>
            <a:r>
              <a:rPr lang="tr-TR" b="1" dirty="0"/>
              <a:t>mülkiyet hakları </a:t>
            </a:r>
            <a:r>
              <a:rPr lang="tr-TR" dirty="0"/>
              <a:t>olarak ikiye ayırabiliriz. </a:t>
            </a:r>
          </a:p>
          <a:p>
            <a:pPr marL="0" indent="0" algn="just">
              <a:lnSpc>
                <a:spcPct val="160000"/>
              </a:lnSpc>
              <a:buNone/>
            </a:pPr>
            <a:r>
              <a:rPr lang="tr-TR" dirty="0"/>
              <a:t>Maddi kişilik hakları kişinin yaşamını veya mülkiyetini korumaya yönelik haklardır. </a:t>
            </a:r>
          </a:p>
          <a:p>
            <a:pPr marL="0" indent="0" algn="just">
              <a:lnSpc>
                <a:spcPct val="160000"/>
              </a:lnSpc>
              <a:buNone/>
            </a:pPr>
            <a:r>
              <a:rPr lang="tr-TR" dirty="0"/>
              <a:t>Manevi kişilik hakları ile bahsedilen ise kişinin manevi varlığını geliştirme özgürlüğü, din ve vicdan özgürlüğü, haberleşme özgürlüğü, özel yaşamın gizliliğidir.</a:t>
            </a:r>
          </a:p>
          <a:p>
            <a:pPr marL="0" indent="0" algn="just">
              <a:buNone/>
            </a:pPr>
            <a:endParaRPr lang="tr-TR" dirty="0"/>
          </a:p>
        </p:txBody>
      </p:sp>
    </p:spTree>
    <p:extLst>
      <p:ext uri="{BB962C8B-B14F-4D97-AF65-F5344CB8AC3E}">
        <p14:creationId xmlns:p14="http://schemas.microsoft.com/office/powerpoint/2010/main" val="34121064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ctr">
              <a:buNone/>
            </a:pPr>
            <a:r>
              <a:rPr lang="tr-TR" b="1" dirty="0"/>
              <a:t>Bu haklara yayın araçları ile gelen saldırılar ise çoğunlukla kişinin ismine, resmine, kişiliğine ve saygınlığı ile özel hayatın gizliliğine karşı yapılmaktadır.</a:t>
            </a:r>
          </a:p>
          <a:p>
            <a:pPr marL="0" indent="0" algn="ctr">
              <a:buNone/>
            </a:pPr>
            <a:r>
              <a:rPr lang="tr-TR" b="1" dirty="0"/>
              <a:t> </a:t>
            </a:r>
          </a:p>
          <a:p>
            <a:pPr marL="0" indent="0">
              <a:buNone/>
            </a:pPr>
            <a:endParaRPr lang="tr-TR" dirty="0"/>
          </a:p>
        </p:txBody>
      </p:sp>
    </p:spTree>
    <p:extLst>
      <p:ext uri="{BB962C8B-B14F-4D97-AF65-F5344CB8AC3E}">
        <p14:creationId xmlns:p14="http://schemas.microsoft.com/office/powerpoint/2010/main" val="8788472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ctr">
              <a:buNone/>
            </a:pPr>
            <a:r>
              <a:rPr lang="tr-TR" b="1" dirty="0"/>
              <a:t>Kişilik hakkına yapılan saldırı sonucunda maddi bir zarar meydana gelmiş ise, meydana gelen eksikliklerin giderilmesi için maddi tazminat davası, manevi bir zarar gelmiş ise manevi tazminat  davası açılabilir.</a:t>
            </a:r>
          </a:p>
          <a:p>
            <a:pPr marL="0" indent="0" algn="ctr">
              <a:buNone/>
            </a:pPr>
            <a:endParaRPr lang="tr-TR" b="1" dirty="0"/>
          </a:p>
        </p:txBody>
      </p:sp>
    </p:spTree>
    <p:extLst>
      <p:ext uri="{BB962C8B-B14F-4D97-AF65-F5344CB8AC3E}">
        <p14:creationId xmlns:p14="http://schemas.microsoft.com/office/powerpoint/2010/main" val="31816653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Kişilik Hakkının Konusu Olan Değerler Nelerdir?</a:t>
            </a:r>
          </a:p>
        </p:txBody>
      </p:sp>
      <p:sp>
        <p:nvSpPr>
          <p:cNvPr id="3" name="İçerik Yer Tutucusu 2"/>
          <p:cNvSpPr>
            <a:spLocks noGrp="1"/>
          </p:cNvSpPr>
          <p:nvPr>
            <p:ph idx="1"/>
          </p:nvPr>
        </p:nvSpPr>
        <p:spPr/>
        <p:txBody>
          <a:bodyPr/>
          <a:lstStyle/>
          <a:p>
            <a:pPr marL="0" indent="0">
              <a:buNone/>
            </a:pPr>
            <a:r>
              <a:rPr lang="tr-TR" b="1" dirty="0"/>
              <a:t>Ad</a:t>
            </a:r>
          </a:p>
          <a:p>
            <a:pPr marL="0" indent="0" algn="just">
              <a:buNone/>
            </a:pPr>
            <a:r>
              <a:rPr lang="tr-TR" dirty="0"/>
              <a:t>Öz ad ve soyadı kişilik hakları çerçevesinde korunduğu üzere müstear ad ile lakap, kısaltılmış ad veya temsili adres ile elektronik posta, telgraf adresleri de korumadan yararlanır.</a:t>
            </a:r>
          </a:p>
          <a:p>
            <a:pPr marL="0" indent="0">
              <a:buNone/>
            </a:pPr>
            <a:endParaRPr lang="tr-TR" dirty="0"/>
          </a:p>
        </p:txBody>
      </p:sp>
    </p:spTree>
    <p:extLst>
      <p:ext uri="{BB962C8B-B14F-4D97-AF65-F5344CB8AC3E}">
        <p14:creationId xmlns:p14="http://schemas.microsoft.com/office/powerpoint/2010/main" val="9188738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339365"/>
            <a:ext cx="10515600" cy="5837598"/>
          </a:xfrm>
        </p:spPr>
        <p:txBody>
          <a:bodyPr>
            <a:normAutofit/>
          </a:bodyPr>
          <a:lstStyle/>
          <a:p>
            <a:pPr marL="0" indent="0">
              <a:buNone/>
            </a:pPr>
            <a:r>
              <a:rPr lang="tr-TR" b="1" dirty="0"/>
              <a:t>Hayat, Sağlık ve Vücut Tamlığı:</a:t>
            </a:r>
          </a:p>
          <a:p>
            <a:pPr algn="just"/>
            <a:r>
              <a:rPr lang="tr-TR" dirty="0"/>
              <a:t>Bireylerin hayatı, sağlığı ve vücut tamlığı kişiliğine dahildir. Vücut tamlığı hem fiziki hem de ruhsal olarak iyi olma durumudur ve bu değerlerin herhangi birinin ihlal edilmesi kişilik hakkına saldırı sayılır.</a:t>
            </a:r>
          </a:p>
          <a:p>
            <a:pPr algn="just"/>
            <a:r>
              <a:rPr lang="tr-TR" dirty="0"/>
              <a:t>Kişilerin sağlığına kavuşmak için tedaviye rıza göstermesi doktorun müdahalesinin hukuka aykırı olmasını engellese de hayatının devamını sağlamak için derhal bir müdahale gerekirse hastanın rızasının alınmasına imkan yoksa doktorun bu müdahalesi hukuka aykırı sayılmamaktadır.</a:t>
            </a:r>
          </a:p>
          <a:p>
            <a:pPr algn="just"/>
            <a:r>
              <a:rPr lang="tr-TR" dirty="0"/>
              <a:t>Tedavi gören bireyler kanunen zorunlu olan haller haricinde ve doğabilecek olumsuz sonuçların sorumluluğu hastaya ait olmak üzere tedaviyi  reddetme veya tedaviyi kesme hakkına da sahiptir.</a:t>
            </a:r>
          </a:p>
        </p:txBody>
      </p:sp>
    </p:spTree>
    <p:extLst>
      <p:ext uri="{BB962C8B-B14F-4D97-AF65-F5344CB8AC3E}">
        <p14:creationId xmlns:p14="http://schemas.microsoft.com/office/powerpoint/2010/main" val="13581912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584462"/>
            <a:ext cx="10515600" cy="5592501"/>
          </a:xfrm>
        </p:spPr>
        <p:txBody>
          <a:bodyPr/>
          <a:lstStyle/>
          <a:p>
            <a:pPr marL="0" indent="0">
              <a:buNone/>
            </a:pPr>
            <a:r>
              <a:rPr lang="tr-TR" b="1" dirty="0"/>
              <a:t>Haysiyet ve Onur</a:t>
            </a:r>
          </a:p>
          <a:p>
            <a:pPr algn="just"/>
            <a:r>
              <a:rPr lang="tr-TR" dirty="0"/>
              <a:t>Toplum tarafından tanınmış kişilerin kamu yararının korunması bakımından tanıtılmaları ve eleştiriye açık olmaları onların onur ve haysiyetlerinin korunması ile ilgili sınırları gevşetmektedir.</a:t>
            </a:r>
          </a:p>
          <a:p>
            <a:pPr algn="just"/>
            <a:r>
              <a:rPr lang="tr-TR" dirty="0"/>
              <a:t>Kişinin şeref ve haysiyetini hedef alan haber veya açıklamaların hukuka uygun olması için gerekli ölçütler şunlardır: gerçeklik, güncellik, kamu yararı, ölçülülük (hakaret niteliğinde sözler bulunmamalıdır.).</a:t>
            </a:r>
          </a:p>
          <a:p>
            <a:pPr marL="0" indent="0">
              <a:buNone/>
            </a:pPr>
            <a:endParaRPr lang="tr-TR" dirty="0"/>
          </a:p>
        </p:txBody>
      </p:sp>
    </p:spTree>
    <p:extLst>
      <p:ext uri="{BB962C8B-B14F-4D97-AF65-F5344CB8AC3E}">
        <p14:creationId xmlns:p14="http://schemas.microsoft.com/office/powerpoint/2010/main" val="17201825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432874"/>
            <a:ext cx="10515600" cy="4744089"/>
          </a:xfrm>
        </p:spPr>
        <p:txBody>
          <a:bodyPr/>
          <a:lstStyle/>
          <a:p>
            <a:pPr marL="0" indent="0">
              <a:buNone/>
            </a:pPr>
            <a:r>
              <a:rPr lang="tr-TR" b="1" dirty="0"/>
              <a:t>Resim ve Ses</a:t>
            </a:r>
          </a:p>
          <a:p>
            <a:pPr algn="just"/>
            <a:r>
              <a:rPr lang="tr-TR" dirty="0"/>
              <a:t>Bireylerin fotoğraflarının bozularak, aynen veya ticari, reklam amaçlı, istismar edici şekilde çoğaltılması da kişilik haklarına aykırılık teşkil eder.</a:t>
            </a:r>
          </a:p>
          <a:p>
            <a:pPr algn="just"/>
            <a:r>
              <a:rPr lang="tr-TR" dirty="0"/>
              <a:t>Herhangi bir bireyin bir haber içinde yer alan fotoğrafta yer alması toplumun haber alma ihtiyacının karşıladığı üzere kişilik hakkına hukuka aykırı tecavüz teşkil etmez.</a:t>
            </a:r>
          </a:p>
          <a:p>
            <a:pPr marL="0" indent="0" algn="just">
              <a:buNone/>
            </a:pPr>
            <a:endParaRPr lang="tr-TR" dirty="0"/>
          </a:p>
        </p:txBody>
      </p:sp>
    </p:spTree>
    <p:extLst>
      <p:ext uri="{BB962C8B-B14F-4D97-AF65-F5344CB8AC3E}">
        <p14:creationId xmlns:p14="http://schemas.microsoft.com/office/powerpoint/2010/main" val="423328200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buNone/>
            </a:pPr>
            <a:r>
              <a:rPr lang="tr-TR" b="1" dirty="0"/>
              <a:t>Kişinin Sırları</a:t>
            </a:r>
          </a:p>
          <a:p>
            <a:pPr algn="just"/>
            <a:r>
              <a:rPr lang="tr-TR" dirty="0"/>
              <a:t>Kişinin gizli tutulmasından menfaati bulunan sırları kişilik hakkının içine girer. Kişinin sağlık durumu, ticari sırları, gizli çekimle kaydedilmiş görüntüleri kişinin sırları niteliğindedir.</a:t>
            </a:r>
          </a:p>
          <a:p>
            <a:pPr marL="0" indent="0">
              <a:buNone/>
            </a:pPr>
            <a:endParaRPr lang="tr-TR" dirty="0"/>
          </a:p>
        </p:txBody>
      </p:sp>
    </p:spTree>
    <p:extLst>
      <p:ext uri="{BB962C8B-B14F-4D97-AF65-F5344CB8AC3E}">
        <p14:creationId xmlns:p14="http://schemas.microsoft.com/office/powerpoint/2010/main" val="5485067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112363"/>
            <a:ext cx="10515600" cy="5064600"/>
          </a:xfrm>
        </p:spPr>
        <p:txBody>
          <a:bodyPr/>
          <a:lstStyle/>
          <a:p>
            <a:pPr marL="0" indent="0">
              <a:buNone/>
            </a:pPr>
            <a:r>
              <a:rPr lang="tr-TR" b="1" dirty="0"/>
              <a:t>Özel Hayat</a:t>
            </a:r>
          </a:p>
          <a:p>
            <a:pPr algn="just"/>
            <a:r>
              <a:rPr lang="tr-TR" dirty="0"/>
              <a:t>Bilinmesinde kamu yararı olan olayların açıklanması hukuka aykırı sayılamaz. Dolayısıyla kamu tarafından izlenen, toplum tarafından tanınmış ve kamuya mal olmuş kişilerin özel alanları oldukça dardır. Yine de bu kişilerin özel hayatlarının uygun biçimde öğrenilmesi gerekmektedir.</a:t>
            </a:r>
          </a:p>
          <a:p>
            <a:pPr algn="just"/>
            <a:r>
              <a:rPr lang="tr-TR" dirty="0"/>
              <a:t>Kanun kişisel verilerin işlenmesinde uyulacak ilkeleri şu şekilde düzenlemiştir: güncel olma, açık ve meşru amaç taşıma, amaçla bağlı ve ölçülülük ilkesine uygun olma, mevzuata ve amaca uygun sürede olma.</a:t>
            </a:r>
          </a:p>
          <a:p>
            <a:pPr marL="0" indent="0" algn="just">
              <a:buNone/>
            </a:pPr>
            <a:endParaRPr lang="tr-TR" dirty="0"/>
          </a:p>
        </p:txBody>
      </p:sp>
    </p:spTree>
    <p:extLst>
      <p:ext uri="{BB962C8B-B14F-4D97-AF65-F5344CB8AC3E}">
        <p14:creationId xmlns:p14="http://schemas.microsoft.com/office/powerpoint/2010/main" val="25443282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36162" y="2768960"/>
            <a:ext cx="10515600" cy="1325563"/>
          </a:xfrm>
        </p:spPr>
        <p:txBody>
          <a:bodyPr>
            <a:normAutofit fontScale="90000"/>
          </a:bodyPr>
          <a:lstStyle/>
          <a:p>
            <a:pPr algn="ctr"/>
            <a:r>
              <a:rPr lang="tr-TR" b="1" dirty="0"/>
              <a:t>Sosyal Medya Paylaşımlarının Kişilik Haklarını İhlal Etmesi Halinde Yapılabilecekler</a:t>
            </a:r>
            <a:br>
              <a:rPr lang="tr-TR" b="1" dirty="0"/>
            </a:br>
            <a:endParaRPr lang="tr-TR" b="1" dirty="0"/>
          </a:p>
        </p:txBody>
      </p:sp>
    </p:spTree>
    <p:extLst>
      <p:ext uri="{BB962C8B-B14F-4D97-AF65-F5344CB8AC3E}">
        <p14:creationId xmlns:p14="http://schemas.microsoft.com/office/powerpoint/2010/main" val="90861378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23041" y="1212883"/>
            <a:ext cx="10515600" cy="4351338"/>
          </a:xfrm>
        </p:spPr>
        <p:txBody>
          <a:bodyPr/>
          <a:lstStyle/>
          <a:p>
            <a:pPr marL="0" indent="0" algn="just">
              <a:buNone/>
            </a:pPr>
            <a:r>
              <a:rPr lang="tr-TR" dirty="0"/>
              <a:t>İnsan hakları insanların doğuştan sahip olduğu ve insan olmasından kaynaklı olan vazgeçilemez ve devredilemez haklardır. İnsan haklarının evrensel olarak korunması için birçok koruyucu mekanizma geliştirilmiştir. </a:t>
            </a:r>
          </a:p>
          <a:p>
            <a:pPr marL="0" indent="0" algn="just">
              <a:buNone/>
            </a:pPr>
            <a:endParaRPr lang="tr-TR" dirty="0"/>
          </a:p>
          <a:p>
            <a:pPr marL="0" indent="0" algn="just">
              <a:buNone/>
            </a:pPr>
            <a:r>
              <a:rPr lang="tr-TR" dirty="0"/>
              <a:t>Genel olarak bakıldığında kişilik hakkı kişiye sıkı sıkıya bağlı olan kişisel varlıklar üzerindeki haklardır. Bu varlıklar, ses, görüntü, yaşam, sağlık, isim, özel hayat, şeref ve şahsiyet olabilmektedir. Kişilik haklarının korunmasına ilişkin birçok düzenleme bulunmaktadır. </a:t>
            </a:r>
          </a:p>
        </p:txBody>
      </p:sp>
    </p:spTree>
    <p:extLst>
      <p:ext uri="{BB962C8B-B14F-4D97-AF65-F5344CB8AC3E}">
        <p14:creationId xmlns:p14="http://schemas.microsoft.com/office/powerpoint/2010/main" val="10810472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81640" y="2073029"/>
            <a:ext cx="10515600" cy="4351338"/>
          </a:xfrm>
        </p:spPr>
        <p:txBody>
          <a:bodyPr/>
          <a:lstStyle/>
          <a:p>
            <a:pPr marL="0" indent="0" algn="just">
              <a:buNone/>
            </a:pPr>
            <a:r>
              <a:rPr lang="tr-TR" dirty="0"/>
              <a:t>Bu düzenlemeler, </a:t>
            </a:r>
            <a:r>
              <a:rPr lang="tr-TR" b="1" dirty="0"/>
              <a:t>Türk Medeni Kanunu</a:t>
            </a:r>
            <a:r>
              <a:rPr lang="tr-TR" dirty="0"/>
              <a:t> 23, 24 ve 25.maddeleri, Türk Borçlar Kanunun 49.maddesi, Kişisel Verileri Koruma Kanunu, Türk Ticaret Kanunu, Fikir ve Sanat Eserleri Kanunu, 5651 sayılı İnternet kanunu ve Türk Ceza Kanunu şeklinde sayılabilir.</a:t>
            </a:r>
          </a:p>
        </p:txBody>
      </p:sp>
    </p:spTree>
    <p:extLst>
      <p:ext uri="{BB962C8B-B14F-4D97-AF65-F5344CB8AC3E}">
        <p14:creationId xmlns:p14="http://schemas.microsoft.com/office/powerpoint/2010/main" val="25908668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Günümüzde kişilik hakları ihlallerinin en çok yaşandığı mecralardan biri internet ortamı olduğu için 5651 sayılı  İnternet Ortamında Yapılan Yayınların Düzenlenmesi ve Bu Yayınlar Yoluyla İşlenen Suçlarla Mücadele Edilmesi Hakkında Kanun özel önem arz eder. </a:t>
            </a:r>
          </a:p>
          <a:p>
            <a:pPr marL="0" indent="0" algn="just">
              <a:buNone/>
            </a:pPr>
            <a:r>
              <a:rPr lang="tr-TR" dirty="0"/>
              <a:t>Bu alanda meydana gelen gelişmeler kişilik hakları ve özel hayat alanına yapılan müdahaleleri fazlasıyla kolaylaştırdığı için yasal düzenlemelere ihtiyaç duyulmuştur.</a:t>
            </a:r>
          </a:p>
        </p:txBody>
      </p:sp>
    </p:spTree>
    <p:extLst>
      <p:ext uri="{BB962C8B-B14F-4D97-AF65-F5344CB8AC3E}">
        <p14:creationId xmlns:p14="http://schemas.microsoft.com/office/powerpoint/2010/main" val="232131662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b="1" dirty="0"/>
              <a:t>Unutulma hakkı </a:t>
            </a:r>
            <a:r>
              <a:rPr lang="tr-TR" dirty="0"/>
              <a:t>ve </a:t>
            </a:r>
            <a:r>
              <a:rPr lang="tr-TR" b="1" dirty="0"/>
              <a:t>kişilik haklarına yönelik sosyal medya uygulamalarında meydana gelen ihlaller</a:t>
            </a:r>
            <a:r>
              <a:rPr lang="tr-TR" dirty="0"/>
              <a:t> İnternet Kanunuyla beraber içeriğin kaldırılması ve erişimin engellenmesi mekanizmasını da beraberinde getirmiştir.</a:t>
            </a:r>
          </a:p>
        </p:txBody>
      </p:sp>
    </p:spTree>
    <p:extLst>
      <p:ext uri="{BB962C8B-B14F-4D97-AF65-F5344CB8AC3E}">
        <p14:creationId xmlns:p14="http://schemas.microsoft.com/office/powerpoint/2010/main" val="261395718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28774" y="2448448"/>
            <a:ext cx="10515600" cy="1325563"/>
          </a:xfrm>
        </p:spPr>
        <p:txBody>
          <a:bodyPr/>
          <a:lstStyle/>
          <a:p>
            <a:pPr fontAlgn="base"/>
            <a:r>
              <a:rPr lang="tr-TR" b="1" dirty="0"/>
              <a:t>Unutulma Hakkı Nedir?</a:t>
            </a:r>
          </a:p>
        </p:txBody>
      </p:sp>
    </p:spTree>
    <p:extLst>
      <p:ext uri="{BB962C8B-B14F-4D97-AF65-F5344CB8AC3E}">
        <p14:creationId xmlns:p14="http://schemas.microsoft.com/office/powerpoint/2010/main" val="18210683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659876"/>
            <a:ext cx="10515600" cy="5517087"/>
          </a:xfrm>
        </p:spPr>
        <p:txBody>
          <a:bodyPr/>
          <a:lstStyle/>
          <a:p>
            <a:pPr marL="0" indent="0" algn="just">
              <a:buNone/>
            </a:pPr>
            <a:r>
              <a:rPr lang="tr-TR" dirty="0"/>
              <a:t>Unutulma hakkı, en genel tanımı ile kişinin internet arama sonuçlarında kendisi ile ilgili çıkan haber, fotoğraf, video, bilgi vb. gibi verilerin artık </a:t>
            </a:r>
            <a:r>
              <a:rPr lang="tr-TR" b="1" dirty="0"/>
              <a:t>internet arama sonuçlarında olmasını istememe </a:t>
            </a:r>
            <a:r>
              <a:rPr lang="tr-TR" dirty="0"/>
              <a:t>hakkıdır. </a:t>
            </a:r>
          </a:p>
          <a:p>
            <a:pPr marL="0" indent="0" algn="just">
              <a:buNone/>
            </a:pPr>
            <a:r>
              <a:rPr lang="tr-TR" b="1" dirty="0">
                <a:solidFill>
                  <a:srgbClr val="C00000"/>
                </a:solidFill>
              </a:rPr>
              <a:t>Unutulma hakkını kişilik haklarının korunmasına ilişkin olarak temel talep hakkından ayıran nokta; unutulma hakkının yöneldiği içeriğin internet ortamında bulunmasının hukuki ve meşru bir sebebe dayanıyor olmasıdır. </a:t>
            </a:r>
          </a:p>
          <a:p>
            <a:pPr marL="0" indent="0" algn="just">
              <a:buNone/>
            </a:pPr>
            <a:r>
              <a:rPr lang="tr-TR" dirty="0"/>
              <a:t>Unutulma hakkının kullanılması ile internet ortamında hukuki olarak meşru şekilde yer alan içeriğe artık arama motorlarında ulaşılamıyor olması sonucu ortaya çıkacaktır. </a:t>
            </a:r>
          </a:p>
          <a:p>
            <a:pPr marL="0" indent="0" algn="just">
              <a:buNone/>
            </a:pPr>
            <a:r>
              <a:rPr lang="tr-TR" dirty="0"/>
              <a:t>Unutulma hakkı kısaca hukuka uygun içeriğin arama motorlarında listelenmemesini talep hakkı olarak da betimlenebilir.</a:t>
            </a:r>
          </a:p>
        </p:txBody>
      </p:sp>
    </p:spTree>
    <p:extLst>
      <p:ext uri="{BB962C8B-B14F-4D97-AF65-F5344CB8AC3E}">
        <p14:creationId xmlns:p14="http://schemas.microsoft.com/office/powerpoint/2010/main" val="22248594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buNone/>
            </a:pPr>
            <a:r>
              <a:rPr lang="tr-TR" dirty="0"/>
              <a:t>Unutulma hakkı içeriğin internet ortamından kaldırılmasını talep hakkı değildir. </a:t>
            </a:r>
          </a:p>
          <a:p>
            <a:pPr marL="0" indent="0">
              <a:buNone/>
            </a:pPr>
            <a:endParaRPr lang="tr-TR" dirty="0"/>
          </a:p>
          <a:p>
            <a:pPr marL="0" indent="0">
              <a:buNone/>
            </a:pPr>
            <a:r>
              <a:rPr lang="tr-TR" dirty="0"/>
              <a:t>Unutulma hakkı internet ortamında yer alan olan içeriğin arama motorlarında listelenmemesini (</a:t>
            </a:r>
            <a:r>
              <a:rPr lang="tr-TR" dirty="0" err="1"/>
              <a:t>delisting</a:t>
            </a:r>
            <a:r>
              <a:rPr lang="tr-TR" dirty="0"/>
              <a:t>) talep hakkıdır.</a:t>
            </a:r>
          </a:p>
        </p:txBody>
      </p:sp>
    </p:spTree>
    <p:extLst>
      <p:ext uri="{BB962C8B-B14F-4D97-AF65-F5344CB8AC3E}">
        <p14:creationId xmlns:p14="http://schemas.microsoft.com/office/powerpoint/2010/main" val="319100357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Örneğin, beş sene önce hakkında çıkan bir gazete haberi sebebiyle adını Google'a yazdığında bu haberi gören kişi unutulma hakkını kullanmak suretiyle adını arama motoruna yazıldığında artık ilgili haber metnini görmeyecektir. </a:t>
            </a:r>
          </a:p>
          <a:p>
            <a:pPr marL="0" indent="0" algn="just">
              <a:buNone/>
            </a:pPr>
            <a:r>
              <a:rPr lang="tr-TR" dirty="0"/>
              <a:t>Kişiye ilişkin haber internet ortamından tamamen silinmiş olacak ve kişi bir başka tabirle internet ortamında kendine yeni bir sayfa açmış olacaktır.</a:t>
            </a:r>
          </a:p>
        </p:txBody>
      </p:sp>
    </p:spTree>
    <p:extLst>
      <p:ext uri="{BB962C8B-B14F-4D97-AF65-F5344CB8AC3E}">
        <p14:creationId xmlns:p14="http://schemas.microsoft.com/office/powerpoint/2010/main" val="423647251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Unutulma hakkı öncelikle politikacılar, siyasetçiler, devlet adamları açısında çok önemli bir hak olmakla beraber geçmişte yaşadığı, ilişiği bulunan olaylarla anılan vatandaşlar açısından da önem arz etmektedir. </a:t>
            </a:r>
          </a:p>
          <a:p>
            <a:pPr marL="0" indent="0" algn="just">
              <a:buNone/>
            </a:pPr>
            <a:r>
              <a:rPr lang="tr-TR" dirty="0"/>
              <a:t>Unutulma hakkı aynı yaşam hakkı gibi evrensel nitelikte bir hak olup ülkelerin mevzuatlarında düzenlenmemiş olsa dahi her bireyin bu hakkını kullanmasını devlet sağlamak zorundadır. </a:t>
            </a:r>
          </a:p>
          <a:p>
            <a:pPr marL="0" indent="0" algn="just">
              <a:buNone/>
            </a:pPr>
            <a:r>
              <a:rPr lang="tr-TR" dirty="0"/>
              <a:t>Burada devletin pozitif bir yükümlülüğü bulunmaktadır.</a:t>
            </a:r>
          </a:p>
        </p:txBody>
      </p:sp>
    </p:spTree>
    <p:extLst>
      <p:ext uri="{BB962C8B-B14F-4D97-AF65-F5344CB8AC3E}">
        <p14:creationId xmlns:p14="http://schemas.microsoft.com/office/powerpoint/2010/main" val="297426953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Unutulma Hakkının Kullanılma Şartları</a:t>
            </a:r>
          </a:p>
        </p:txBody>
      </p:sp>
      <p:sp>
        <p:nvSpPr>
          <p:cNvPr id="3" name="İçerik Yer Tutucusu 2"/>
          <p:cNvSpPr>
            <a:spLocks noGrp="1"/>
          </p:cNvSpPr>
          <p:nvPr>
            <p:ph idx="1"/>
          </p:nvPr>
        </p:nvSpPr>
        <p:spPr/>
        <p:txBody>
          <a:bodyPr/>
          <a:lstStyle/>
          <a:p>
            <a:pPr marL="0" indent="0" algn="just">
              <a:buNone/>
            </a:pPr>
            <a:r>
              <a:rPr lang="tr-TR" dirty="0"/>
              <a:t>1.Unutulma hakkının kullanılabilmesi için haber konusu olay veya durum </a:t>
            </a:r>
            <a:r>
              <a:rPr lang="tr-TR" b="1" dirty="0"/>
              <a:t>güncelliğini</a:t>
            </a:r>
            <a:r>
              <a:rPr lang="tr-TR" dirty="0"/>
              <a:t> yitirmelidir. </a:t>
            </a:r>
          </a:p>
          <a:p>
            <a:pPr marL="0" indent="0" algn="just">
              <a:buNone/>
            </a:pPr>
            <a:r>
              <a:rPr lang="tr-TR" dirty="0"/>
              <a:t>Güncellik </a:t>
            </a:r>
            <a:r>
              <a:rPr lang="tr-TR" dirty="0" err="1"/>
              <a:t>subjektif</a:t>
            </a:r>
            <a:r>
              <a:rPr lang="tr-TR" dirty="0"/>
              <a:t> bir kavram olup bir haberin güncel olup olmadığı yere, zamana, olaya ve kişiye göre değişmektedir. </a:t>
            </a:r>
          </a:p>
          <a:p>
            <a:pPr marL="0" indent="0" algn="just">
              <a:buNone/>
            </a:pPr>
            <a:r>
              <a:rPr lang="tr-TR" dirty="0"/>
              <a:t>Örneğin, trafikte öldürülen bir kimseye ilişkin haber belli bir süre sonra güncelliğini yitirir, haber değeri kalmaz, belli bir süre sonra bu haberin unutulma hakkı kapsamında kaldırılması istenebilir.</a:t>
            </a:r>
          </a:p>
        </p:txBody>
      </p:sp>
    </p:spTree>
    <p:extLst>
      <p:ext uri="{BB962C8B-B14F-4D97-AF65-F5344CB8AC3E}">
        <p14:creationId xmlns:p14="http://schemas.microsoft.com/office/powerpoint/2010/main" val="217121893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2. Unutulma hakkının ileri sürülebilmesi için haberin internette bulunmasında hiçbir şekilde </a:t>
            </a:r>
            <a:r>
              <a:rPr lang="tr-TR" b="1" dirty="0"/>
              <a:t>kamu yararı</a:t>
            </a:r>
            <a:r>
              <a:rPr lang="tr-TR" dirty="0"/>
              <a:t> bulunmamalıdır. </a:t>
            </a:r>
          </a:p>
          <a:p>
            <a:pPr marL="0" indent="0" algn="just">
              <a:buNone/>
            </a:pPr>
            <a:r>
              <a:rPr lang="tr-TR" dirty="0"/>
              <a:t>Örneğin, bir milletvekilinin karıştığı önemli bir yolsuzluk skandalına ilişkin haberin yayında kalmasında kamu yararı vardır. </a:t>
            </a:r>
          </a:p>
          <a:p>
            <a:pPr marL="0" indent="0" algn="just">
              <a:buNone/>
            </a:pPr>
            <a:r>
              <a:rPr lang="tr-TR" dirty="0"/>
              <a:t>Toplumsal açıdan haberin değeri ve geleceğe ışık tutan niteliği nedeniyle haberin unutulma hakkı kapsamında internetten çıkarılması veya habere erişimin engellenmesi istenemez.</a:t>
            </a:r>
          </a:p>
          <a:p>
            <a:pPr marL="0" indent="0">
              <a:buNone/>
            </a:pPr>
            <a:endParaRPr lang="tr-TR" dirty="0"/>
          </a:p>
        </p:txBody>
      </p:sp>
    </p:spTree>
    <p:extLst>
      <p:ext uri="{BB962C8B-B14F-4D97-AF65-F5344CB8AC3E}">
        <p14:creationId xmlns:p14="http://schemas.microsoft.com/office/powerpoint/2010/main" val="261259465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25079" y="1354285"/>
            <a:ext cx="10515600" cy="4839126"/>
          </a:xfrm>
        </p:spPr>
        <p:txBody>
          <a:bodyPr>
            <a:normAutofit fontScale="92500" lnSpcReduction="10000"/>
          </a:bodyPr>
          <a:lstStyle/>
          <a:p>
            <a:pPr marL="0" indent="0" algn="just">
              <a:buNone/>
            </a:pPr>
            <a:r>
              <a:rPr lang="tr-TR" dirty="0"/>
              <a:t>3. Haber niteliği itibariyle herhangi bir </a:t>
            </a:r>
            <a:r>
              <a:rPr lang="tr-TR" b="1" dirty="0"/>
              <a:t>tarihsel veri</a:t>
            </a:r>
            <a:r>
              <a:rPr lang="tr-TR" dirty="0"/>
              <a:t> içermemelidir. Tarihsel veriler tarihçiler tarafından araştırma konusu yapılabildiğinden tarihsel veri niteliğindeki içerikler internetten kaldırılmamaktadır.</a:t>
            </a:r>
          </a:p>
          <a:p>
            <a:pPr marL="0" indent="0" algn="just">
              <a:buNone/>
            </a:pPr>
            <a:r>
              <a:rPr lang="tr-TR" dirty="0"/>
              <a:t>4.Unutulma hakkı kapsamında internetten kaldırılması istenen içeriğin </a:t>
            </a:r>
            <a:r>
              <a:rPr lang="tr-TR" b="1" dirty="0"/>
              <a:t>bilimsel bilgi</a:t>
            </a:r>
            <a:r>
              <a:rPr lang="tr-TR" dirty="0"/>
              <a:t> sunan bir özelliği olmamalıdır.</a:t>
            </a:r>
          </a:p>
          <a:p>
            <a:pPr marL="0" indent="0" algn="just">
              <a:buNone/>
            </a:pPr>
            <a:r>
              <a:rPr lang="tr-TR" dirty="0"/>
              <a:t>5. İçeriğin </a:t>
            </a:r>
            <a:r>
              <a:rPr lang="tr-TR" b="1" dirty="0"/>
              <a:t>yayında kaldığı süre</a:t>
            </a:r>
            <a:r>
              <a:rPr lang="tr-TR" dirty="0"/>
              <a:t> de unutulma hakkının kullanılıp kullanılamayacağını belirleyen kıstaslardan biridir. </a:t>
            </a:r>
          </a:p>
          <a:p>
            <a:pPr marL="0" indent="0" algn="just">
              <a:buNone/>
            </a:pPr>
            <a:r>
              <a:rPr lang="tr-TR" dirty="0"/>
              <a:t>Örneğin, 1 yıl gibi kısa bir süre yayında kalan içerik için unutulma hakkı kapsamında internetten çıkarma veya erişimin engellenmesi istenemez. Ancak, 5 yıl süreyle yayında kalan bir içeriğin kaldırılması istenebilir.</a:t>
            </a:r>
          </a:p>
          <a:p>
            <a:pPr marL="0" indent="0">
              <a:buNone/>
            </a:pPr>
            <a:br>
              <a:rPr lang="tr-TR" dirty="0"/>
            </a:br>
            <a:endParaRPr lang="tr-TR" dirty="0"/>
          </a:p>
          <a:p>
            <a:pPr marL="0" indent="0">
              <a:buNone/>
            </a:pPr>
            <a:endParaRPr lang="tr-TR" dirty="0"/>
          </a:p>
        </p:txBody>
      </p:sp>
    </p:spTree>
    <p:extLst>
      <p:ext uri="{BB962C8B-B14F-4D97-AF65-F5344CB8AC3E}">
        <p14:creationId xmlns:p14="http://schemas.microsoft.com/office/powerpoint/2010/main" val="36222700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913615" y="1495686"/>
            <a:ext cx="10515600" cy="4351338"/>
          </a:xfrm>
        </p:spPr>
        <p:txBody>
          <a:bodyPr/>
          <a:lstStyle/>
          <a:p>
            <a:pPr marL="0" indent="0" algn="just">
              <a:buNone/>
            </a:pPr>
            <a:r>
              <a:rPr lang="tr-TR" dirty="0"/>
              <a:t>6. Habere konu kişinin </a:t>
            </a:r>
            <a:r>
              <a:rPr lang="tr-TR" b="1" dirty="0"/>
              <a:t>siyasetçi veya ünlü olup olmadığı</a:t>
            </a:r>
            <a:r>
              <a:rPr lang="tr-TR" dirty="0"/>
              <a:t> da unutulma hakkının kullanılması açısından önem arz eder. </a:t>
            </a:r>
          </a:p>
          <a:p>
            <a:pPr marL="0" indent="0" algn="just">
              <a:buNone/>
            </a:pPr>
            <a:r>
              <a:rPr lang="tr-TR" dirty="0"/>
              <a:t>Siyasetçiler ve ünlü kişiler, normal vatandaşlara göre eleştiriye ve hakkında yapılan haber ve yorumlara daha fazla katlanmak zorundadır. </a:t>
            </a:r>
          </a:p>
          <a:p>
            <a:pPr marL="0" indent="0" algn="just">
              <a:buNone/>
            </a:pPr>
            <a:r>
              <a:rPr lang="tr-TR" dirty="0"/>
              <a:t>Örneğin, Altın Kelebek ödül töreninde yaptığı konuşma kamuoyunda çokça tartışılan bir sinema oyuncusu aradan 20 yıl da geçse bu konuşmasının internet ortamından kaldırılmasını veya haber erişimim engellenmesini talep etme hakkına sahip değildir.</a:t>
            </a:r>
          </a:p>
          <a:p>
            <a:pPr marL="0" indent="0">
              <a:buNone/>
            </a:pPr>
            <a:endParaRPr lang="tr-TR" dirty="0"/>
          </a:p>
        </p:txBody>
      </p:sp>
    </p:spTree>
    <p:extLst>
      <p:ext uri="{BB962C8B-B14F-4D97-AF65-F5344CB8AC3E}">
        <p14:creationId xmlns:p14="http://schemas.microsoft.com/office/powerpoint/2010/main" val="61187933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335431"/>
            <a:ext cx="10515600" cy="4351338"/>
          </a:xfrm>
        </p:spPr>
        <p:txBody>
          <a:bodyPr/>
          <a:lstStyle/>
          <a:p>
            <a:pPr marL="0" indent="0" algn="just">
              <a:buNone/>
            </a:pPr>
            <a:r>
              <a:rPr lang="tr-TR" dirty="0"/>
              <a:t>7. Haber, makale veya yorumun </a:t>
            </a:r>
            <a:r>
              <a:rPr lang="tr-TR" b="1" dirty="0"/>
              <a:t>olgusal gerçekler ya da değer yargısı</a:t>
            </a:r>
            <a:r>
              <a:rPr lang="tr-TR" dirty="0"/>
              <a:t> içerip içermediği araştırılmalıdır. Örneğin, olgusal gerçeklere dayalı bir haberin internetten kaldırılması daha zorken, “yapılan alçaklıktır” şeklinde bir değer yargısı içeren haberin unutulma hakkı çerçevesinde kaldırılması daha kolaydır.</a:t>
            </a:r>
          </a:p>
          <a:p>
            <a:pPr marL="0" indent="0" algn="just">
              <a:buNone/>
            </a:pPr>
            <a:r>
              <a:rPr lang="tr-TR" dirty="0"/>
              <a:t>8. Halkın ilgili veriye yönelik </a:t>
            </a:r>
            <a:r>
              <a:rPr lang="tr-TR" b="1" dirty="0"/>
              <a:t>ilgisinin düzeyi</a:t>
            </a:r>
            <a:r>
              <a:rPr lang="tr-TR" dirty="0"/>
              <a:t> internetten unutulma hakkının kullanılması için bir ölçü olarak kabul edilmektedir. Kamuoyu ilgisinin canlı olduğu bir haber, fotoğraf, video vb. öğenin unutulma hakkı bağlamında kaldırılması daha güçtür.</a:t>
            </a:r>
          </a:p>
          <a:p>
            <a:pPr marL="0" indent="0" algn="just">
              <a:buNone/>
            </a:pPr>
            <a:endParaRPr lang="tr-TR" dirty="0"/>
          </a:p>
        </p:txBody>
      </p:sp>
    </p:spTree>
    <p:extLst>
      <p:ext uri="{BB962C8B-B14F-4D97-AF65-F5344CB8AC3E}">
        <p14:creationId xmlns:p14="http://schemas.microsoft.com/office/powerpoint/2010/main" val="12848595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Unutulma Hakkının Kullanılabilmesi İçin Geçmesi Gereken Süre Nedir?</a:t>
            </a:r>
          </a:p>
        </p:txBody>
      </p:sp>
      <p:sp>
        <p:nvSpPr>
          <p:cNvPr id="3" name="İçerik Yer Tutucusu 2"/>
          <p:cNvSpPr>
            <a:spLocks noGrp="1"/>
          </p:cNvSpPr>
          <p:nvPr>
            <p:ph idx="1"/>
          </p:nvPr>
        </p:nvSpPr>
        <p:spPr/>
        <p:txBody>
          <a:bodyPr/>
          <a:lstStyle/>
          <a:p>
            <a:pPr marL="0" indent="0" algn="just">
              <a:buNone/>
            </a:pPr>
            <a:r>
              <a:rPr lang="tr-TR" dirty="0"/>
              <a:t>Unutulma hakkının kullanılabilmesi için haber, makale, fotoğraf, ses veya video kaydının yayımlanmasının üzerinden makul bir süre geçmelidir. Makul süre, önceden kategorik bir şekilde belirlenen bir süre değildir, her somut olayın özelliğine göre makul sürenin ne kadar olduğu değerlendirilmelidir. </a:t>
            </a:r>
          </a:p>
          <a:p>
            <a:pPr marL="0" indent="0" algn="just">
              <a:buNone/>
            </a:pPr>
            <a:r>
              <a:rPr lang="tr-TR" dirty="0"/>
              <a:t>Örneğin, insanların isim, resim veya görüntü gibi vücut bütünlüklerine dair kişisel verilerinin de yayımlandığı haberlerle ilgili unutulma hakkı kapsamında 5 yıllık bir sürede içeriğin çıkarılması veya erişimin engellenmesi mümkünken, kişisel verilerin yer almadığı bazı hallerde 15 yıl dahi erişimin engellenmesi için yeterli bulunmayabilir.</a:t>
            </a:r>
          </a:p>
        </p:txBody>
      </p:sp>
    </p:spTree>
    <p:extLst>
      <p:ext uri="{BB962C8B-B14F-4D97-AF65-F5344CB8AC3E}">
        <p14:creationId xmlns:p14="http://schemas.microsoft.com/office/powerpoint/2010/main" val="399473932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E4EF524-D1C9-4C3A-AECF-319558B6CB08}"/>
              </a:ext>
            </a:extLst>
          </p:cNvPr>
          <p:cNvSpPr>
            <a:spLocks noGrp="1"/>
          </p:cNvSpPr>
          <p:nvPr>
            <p:ph idx="1"/>
          </p:nvPr>
        </p:nvSpPr>
        <p:spPr>
          <a:xfrm>
            <a:off x="838200" y="609600"/>
            <a:ext cx="10515600" cy="5567363"/>
          </a:xfrm>
        </p:spPr>
        <p:txBody>
          <a:bodyPr>
            <a:normAutofit/>
          </a:bodyPr>
          <a:lstStyle/>
          <a:p>
            <a:pPr marL="0" indent="0">
              <a:buNone/>
            </a:pPr>
            <a:r>
              <a:rPr lang="tr-TR" b="1" u="none" strike="noStrike" dirty="0">
                <a:effectLst/>
                <a:latin typeface="Google Sans"/>
              </a:rPr>
              <a:t>Nasıl Kullanılır ve Başvuru Süreci</a:t>
            </a:r>
          </a:p>
          <a:p>
            <a:pPr>
              <a:buFont typeface="Arial" panose="020B0604020202020204" pitchFamily="34" charset="0"/>
              <a:buChar char="•"/>
            </a:pPr>
            <a:r>
              <a:rPr lang="tr-TR" b="1" u="none" strike="noStrike" dirty="0">
                <a:effectLst/>
                <a:latin typeface="Google Sans"/>
              </a:rPr>
              <a:t>Doğrudan Başvuru:</a:t>
            </a:r>
            <a:r>
              <a:rPr lang="tr-TR" b="0" u="none" strike="noStrike" dirty="0">
                <a:effectLst/>
                <a:latin typeface="Google Sans"/>
              </a:rPr>
              <a:t> Kişi, öncelikle ilgili içeriğin yer aldığı arama motoruna (Google, </a:t>
            </a:r>
            <a:r>
              <a:rPr lang="tr-TR" b="0" u="none" strike="noStrike" dirty="0" err="1">
                <a:effectLst/>
                <a:latin typeface="Google Sans"/>
              </a:rPr>
              <a:t>Yandex</a:t>
            </a:r>
            <a:r>
              <a:rPr lang="tr-TR" b="0" u="none" strike="noStrike" dirty="0">
                <a:effectLst/>
                <a:latin typeface="Google Sans"/>
              </a:rPr>
              <a:t> vb.) veya veri sorumlusuna başvurarak adıyla yapılan aramalarda bu içeriğin indeksten çıkarılmasını (</a:t>
            </a:r>
            <a:r>
              <a:rPr lang="tr-TR" b="0" u="none" strike="noStrike" dirty="0" err="1">
                <a:effectLst/>
                <a:latin typeface="Google Sans"/>
              </a:rPr>
              <a:t>delisting</a:t>
            </a:r>
            <a:r>
              <a:rPr lang="tr-TR" b="0" u="none" strike="noStrike" dirty="0">
                <a:effectLst/>
                <a:latin typeface="Google Sans"/>
              </a:rPr>
              <a:t>) talep edebilir. </a:t>
            </a:r>
          </a:p>
          <a:p>
            <a:pPr>
              <a:buFont typeface="Arial" panose="020B0604020202020204" pitchFamily="34" charset="0"/>
              <a:buChar char="•"/>
            </a:pPr>
            <a:r>
              <a:rPr lang="tr-TR" b="1" u="none" strike="noStrike" dirty="0">
                <a:effectLst/>
                <a:latin typeface="Google Sans"/>
              </a:rPr>
              <a:t>Yasal Yollar:</a:t>
            </a:r>
            <a:r>
              <a:rPr lang="tr-TR" b="0" u="none" strike="noStrike" dirty="0">
                <a:effectLst/>
                <a:latin typeface="Google Sans"/>
              </a:rPr>
              <a:t> Arama motoru veya ilgili platform talebi reddederse ya da süresinde cevap vermezse, Türkiye'de Kişisel Verileri Koruma Kurumu (KVKK) veya 5651 sayılı Kanun kapsamında </a:t>
            </a:r>
            <a:r>
              <a:rPr lang="tr-TR" b="1" u="none" strike="noStrike" dirty="0">
                <a:effectLst/>
                <a:latin typeface="Google Sans"/>
              </a:rPr>
              <a:t>Sulh Ceza Hakimlikleri</a:t>
            </a:r>
            <a:r>
              <a:rPr lang="tr-TR" b="0" u="none" strike="noStrike" dirty="0">
                <a:effectLst/>
                <a:latin typeface="Google Sans"/>
              </a:rPr>
              <a:t>ne başvurulabilir. </a:t>
            </a:r>
          </a:p>
          <a:p>
            <a:pPr>
              <a:buFont typeface="Arial" panose="020B0604020202020204" pitchFamily="34" charset="0"/>
              <a:buChar char="•"/>
            </a:pPr>
            <a:r>
              <a:rPr lang="tr-TR" b="1" u="none" strike="noStrike" dirty="0">
                <a:effectLst/>
                <a:latin typeface="Google Sans"/>
              </a:rPr>
              <a:t>Sınırlamalar:</a:t>
            </a:r>
            <a:r>
              <a:rPr lang="tr-TR" b="0" u="none" strike="noStrike" dirty="0">
                <a:effectLst/>
                <a:latin typeface="Google Sans"/>
              </a:rPr>
              <a:t> Bu hak mutlak değildir; </a:t>
            </a:r>
            <a:r>
              <a:rPr lang="tr-TR" b="1" u="none" strike="noStrike" dirty="0">
                <a:effectLst/>
                <a:latin typeface="Google Sans"/>
              </a:rPr>
              <a:t>ifade özgürlüğü</a:t>
            </a:r>
            <a:r>
              <a:rPr lang="tr-TR" b="0" u="none" strike="noStrike" dirty="0">
                <a:effectLst/>
                <a:latin typeface="Google Sans"/>
              </a:rPr>
              <a:t>, </a:t>
            </a:r>
            <a:r>
              <a:rPr lang="tr-TR" b="1" u="none" strike="noStrike" dirty="0">
                <a:effectLst/>
                <a:latin typeface="Google Sans"/>
              </a:rPr>
              <a:t>basın hürriyeti</a:t>
            </a:r>
            <a:r>
              <a:rPr lang="tr-TR" b="0" u="none" strike="noStrike" dirty="0">
                <a:effectLst/>
                <a:latin typeface="Google Sans"/>
              </a:rPr>
              <a:t> ve </a:t>
            </a:r>
            <a:r>
              <a:rPr lang="tr-TR" b="1" u="none" strike="noStrike" dirty="0">
                <a:effectLst/>
                <a:latin typeface="Google Sans"/>
              </a:rPr>
              <a:t>haber alma hakkı</a:t>
            </a:r>
            <a:r>
              <a:rPr lang="tr-TR" b="0" u="none" strike="noStrike" dirty="0">
                <a:effectLst/>
                <a:latin typeface="Google Sans"/>
              </a:rPr>
              <a:t> ile dengelenir. Tüzel kişiler (şirketler) KVKK kapsamında bu haktan yararlanamaz, onlar ticari itibar koruma yollarını kullanır. </a:t>
            </a:r>
          </a:p>
          <a:p>
            <a:pPr marL="0" indent="0">
              <a:buNone/>
            </a:pPr>
            <a:endParaRPr lang="tr-TR" dirty="0"/>
          </a:p>
        </p:txBody>
      </p:sp>
    </p:spTree>
    <p:extLst>
      <p:ext uri="{BB962C8B-B14F-4D97-AF65-F5344CB8AC3E}">
        <p14:creationId xmlns:p14="http://schemas.microsoft.com/office/powerpoint/2010/main" val="8985641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34505" y="2617476"/>
            <a:ext cx="10515600" cy="4351338"/>
          </a:xfrm>
        </p:spPr>
        <p:txBody>
          <a:bodyPr>
            <a:normAutofit/>
          </a:bodyPr>
          <a:lstStyle/>
          <a:p>
            <a:pPr marL="0" indent="0" algn="ctr">
              <a:buNone/>
            </a:pPr>
            <a:r>
              <a:rPr lang="tr-TR" sz="3200" b="1" dirty="0"/>
              <a:t>MEDYADA DÜZELTME VE CEVAP HAKKI</a:t>
            </a:r>
            <a:endParaRPr lang="tr-TR" sz="3200" dirty="0"/>
          </a:p>
        </p:txBody>
      </p:sp>
    </p:spTree>
    <p:extLst>
      <p:ext uri="{BB962C8B-B14F-4D97-AF65-F5344CB8AC3E}">
        <p14:creationId xmlns:p14="http://schemas.microsoft.com/office/powerpoint/2010/main" val="358059193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72211" y="0"/>
            <a:ext cx="11086707" cy="6664750"/>
          </a:xfrm>
        </p:spPr>
        <p:txBody>
          <a:bodyPr>
            <a:noAutofit/>
          </a:bodyPr>
          <a:lstStyle/>
          <a:p>
            <a:pPr marL="0" indent="0">
              <a:buNone/>
            </a:pPr>
            <a:r>
              <a:rPr lang="tr-TR" sz="2000" b="1" dirty="0"/>
              <a:t>Süreli yayınlarda düzeltme ve cevap hakkı</a:t>
            </a:r>
            <a:endParaRPr lang="tr-TR" sz="2000" dirty="0"/>
          </a:p>
          <a:p>
            <a:pPr>
              <a:lnSpc>
                <a:spcPct val="170000"/>
              </a:lnSpc>
            </a:pPr>
            <a:r>
              <a:rPr lang="tr-TR" sz="1900" dirty="0"/>
              <a:t>Basın Kanunundaki düzenlemeye göre, bir süreli yayına yönelik, düzeltme ve cevap hakkının doğmasının ilk nedeni; yayının, yayına konulan kişinin şeref ve haysiyetine dokunması halidir. </a:t>
            </a:r>
          </a:p>
          <a:p>
            <a:pPr>
              <a:lnSpc>
                <a:spcPct val="170000"/>
              </a:lnSpc>
            </a:pPr>
            <a:r>
              <a:rPr lang="tr-TR" sz="1900" dirty="0"/>
              <a:t>Kanun koyucu, süreli yayın ile kişiler hakkında gerçeğe aykırı yayın yapılması durumunu da düzeltme ve cevap hakkı nedenlerinden saymıştır. </a:t>
            </a:r>
          </a:p>
          <a:p>
            <a:pPr>
              <a:lnSpc>
                <a:spcPct val="170000"/>
              </a:lnSpc>
            </a:pPr>
            <a:r>
              <a:rPr lang="tr-TR" sz="1900" dirty="0"/>
              <a:t>Düzeltme ve cevap hakkının doğru şekilde kullanılması ve suiistimal edilmemesi için kanunda </a:t>
            </a:r>
            <a:r>
              <a:rPr lang="tr-TR" sz="1900" b="1" dirty="0">
                <a:solidFill>
                  <a:srgbClr val="C00000"/>
                </a:solidFill>
              </a:rPr>
              <a:t>4 şart </a:t>
            </a:r>
            <a:r>
              <a:rPr lang="tr-TR" sz="1900" dirty="0"/>
              <a:t>kabul edilmiştir. </a:t>
            </a:r>
          </a:p>
          <a:p>
            <a:pPr marL="0" indent="0">
              <a:lnSpc>
                <a:spcPct val="170000"/>
              </a:lnSpc>
              <a:buNone/>
            </a:pPr>
            <a:r>
              <a:rPr lang="tr-TR" sz="1900" dirty="0"/>
              <a:t> </a:t>
            </a:r>
            <a:r>
              <a:rPr lang="tr-TR" sz="1900" b="1" dirty="0"/>
              <a:t>Birinci şart</a:t>
            </a:r>
            <a:r>
              <a:rPr lang="tr-TR" sz="1900" dirty="0"/>
              <a:t>, düzeltme ve cevap yazısının suç unsuru içermemesidir.</a:t>
            </a:r>
          </a:p>
          <a:p>
            <a:pPr marL="0" indent="0">
              <a:lnSpc>
                <a:spcPct val="170000"/>
              </a:lnSpc>
              <a:buNone/>
            </a:pPr>
            <a:r>
              <a:rPr lang="tr-TR" sz="1900" dirty="0"/>
              <a:t> </a:t>
            </a:r>
            <a:r>
              <a:rPr lang="tr-TR" sz="1900" b="1" dirty="0"/>
              <a:t>İkinci şart</a:t>
            </a:r>
            <a:r>
              <a:rPr lang="tr-TR" sz="1900" dirty="0"/>
              <a:t>, düzeltme ve cevap yazısının 3. kişilerin hukuken korunan menfaatlerine aykırı olmamasıdır.</a:t>
            </a:r>
          </a:p>
          <a:p>
            <a:pPr marL="0" indent="0">
              <a:lnSpc>
                <a:spcPct val="170000"/>
              </a:lnSpc>
              <a:buNone/>
            </a:pPr>
            <a:r>
              <a:rPr lang="tr-TR" sz="1900" dirty="0"/>
              <a:t> </a:t>
            </a:r>
            <a:r>
              <a:rPr lang="tr-TR" sz="1900" b="1" dirty="0"/>
              <a:t>Üçüncü şart</a:t>
            </a:r>
            <a:r>
              <a:rPr lang="tr-TR" sz="1900" dirty="0"/>
              <a:t>, cevap yazısı, cevap verilen yayınla ilgili olmalı ve bu cevap metninde açıkça belirtilmelidir.</a:t>
            </a:r>
          </a:p>
          <a:p>
            <a:pPr marL="0" indent="0">
              <a:lnSpc>
                <a:spcPct val="170000"/>
              </a:lnSpc>
              <a:buNone/>
            </a:pPr>
            <a:r>
              <a:rPr lang="tr-TR" sz="1900" b="1" dirty="0"/>
              <a:t> Dördüncü şart ise</a:t>
            </a:r>
            <a:r>
              <a:rPr lang="tr-TR" sz="1900" dirty="0"/>
              <a:t>, cevap yazısının uzunluğunun, ilgili yayına oranla sınırlandırılmasıdır. Yani düzeltme ve cevap, ilgili yazıdan uzun olamaz.</a:t>
            </a:r>
          </a:p>
          <a:p>
            <a:pPr marL="0" indent="0">
              <a:lnSpc>
                <a:spcPct val="170000"/>
              </a:lnSpc>
              <a:buNone/>
            </a:pPr>
            <a:endParaRPr lang="tr-TR" sz="1900" dirty="0"/>
          </a:p>
        </p:txBody>
      </p:sp>
    </p:spTree>
    <p:extLst>
      <p:ext uri="{BB962C8B-B14F-4D97-AF65-F5344CB8AC3E}">
        <p14:creationId xmlns:p14="http://schemas.microsoft.com/office/powerpoint/2010/main" val="1067361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r>
              <a:rPr lang="tr-TR" dirty="0"/>
              <a:t>Düzeltme ve cevap hakkı sahibi, bahsettiğimiz şartları sağlayan cevap metnini, cevaba konu olan eserin yayınlandığı tarihten itibaren en geç 2 ay içerisinde ilgili yayının sorumlu müdürüne göndermelidir. Aksi takdirde cevap hakkını kaybeder.</a:t>
            </a:r>
          </a:p>
          <a:p>
            <a:pPr marL="0" indent="0">
              <a:buNone/>
            </a:pPr>
            <a:endParaRPr lang="tr-TR" dirty="0"/>
          </a:p>
          <a:p>
            <a:r>
              <a:rPr lang="tr-TR" dirty="0"/>
              <a:t>Yayımlama süresi, günlük süreli yayınlarda yazının alındığı tarihten itibaren üç gündür. </a:t>
            </a:r>
          </a:p>
          <a:p>
            <a:pPr marL="0" indent="0">
              <a:buNone/>
            </a:pPr>
            <a:endParaRPr lang="tr-TR" dirty="0"/>
          </a:p>
        </p:txBody>
      </p:sp>
    </p:spTree>
    <p:extLst>
      <p:ext uri="{BB962C8B-B14F-4D97-AF65-F5344CB8AC3E}">
        <p14:creationId xmlns:p14="http://schemas.microsoft.com/office/powerpoint/2010/main" val="209079540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678730"/>
            <a:ext cx="10515600" cy="5498233"/>
          </a:xfrm>
        </p:spPr>
        <p:txBody>
          <a:bodyPr>
            <a:normAutofit fontScale="70000" lnSpcReduction="20000"/>
          </a:bodyPr>
          <a:lstStyle/>
          <a:p>
            <a:pPr algn="just">
              <a:lnSpc>
                <a:spcPct val="170000"/>
              </a:lnSpc>
            </a:pPr>
            <a:r>
              <a:rPr lang="tr-TR" dirty="0"/>
              <a:t>Düzeltme ve cevap yazısı, ilgili yayının yer aldığı sayfa ve sütunlarda, aynı puntolarla ve aynı şekilde yayımlanmak zorundadır.</a:t>
            </a:r>
          </a:p>
          <a:p>
            <a:pPr marL="0" indent="0" algn="just">
              <a:lnSpc>
                <a:spcPct val="170000"/>
              </a:lnSpc>
              <a:buNone/>
            </a:pPr>
            <a:r>
              <a:rPr lang="tr-TR" dirty="0"/>
              <a:t> </a:t>
            </a:r>
          </a:p>
          <a:p>
            <a:pPr algn="just" fontAlgn="base">
              <a:lnSpc>
                <a:spcPct val="170000"/>
              </a:lnSpc>
            </a:pPr>
            <a:r>
              <a:rPr lang="tr-TR" dirty="0"/>
              <a:t>Cevap ve Düzeltme metninin yasaca belirlenen süreler içinde yayımlanmaması durumunda, yayım için tanınan sürenin bitiminden itibaren, belirlenen koşullara aykırı şekilde yayımlanması halinde ise yayım tarihinden itibaren </a:t>
            </a:r>
            <a:r>
              <a:rPr lang="tr-TR" b="1" dirty="0"/>
              <a:t>on beş gün</a:t>
            </a:r>
            <a:r>
              <a:rPr lang="tr-TR" dirty="0"/>
              <a:t> içinde cevap ve düzeltme talep eden kişiye yargıya başvuru hakkı doğar.</a:t>
            </a:r>
          </a:p>
          <a:p>
            <a:pPr marL="0" indent="0" algn="just" fontAlgn="base">
              <a:lnSpc>
                <a:spcPct val="170000"/>
              </a:lnSpc>
              <a:buNone/>
            </a:pPr>
            <a:endParaRPr lang="tr-TR" dirty="0"/>
          </a:p>
          <a:p>
            <a:pPr algn="just" fontAlgn="base">
              <a:lnSpc>
                <a:spcPct val="170000"/>
              </a:lnSpc>
            </a:pPr>
            <a:r>
              <a:rPr lang="tr-TR" dirty="0"/>
              <a:t>Kişi, bu durumda, bulunduğu yer sulh ceza hâkiminden yayımın yapılmasına veya kanun hükümlerine uygun olarak yapılmasına karar verilmesini isteyebilir. </a:t>
            </a:r>
          </a:p>
          <a:p>
            <a:pPr marL="0" indent="0">
              <a:buNone/>
            </a:pPr>
            <a:endParaRPr lang="tr-TR" dirty="0"/>
          </a:p>
        </p:txBody>
      </p:sp>
    </p:spTree>
    <p:extLst>
      <p:ext uri="{BB962C8B-B14F-4D97-AF65-F5344CB8AC3E}">
        <p14:creationId xmlns:p14="http://schemas.microsoft.com/office/powerpoint/2010/main" val="186431823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688157"/>
            <a:ext cx="10515600" cy="5488806"/>
          </a:xfrm>
        </p:spPr>
        <p:txBody>
          <a:bodyPr/>
          <a:lstStyle/>
          <a:p>
            <a:pPr marL="0" indent="0">
              <a:buNone/>
            </a:pPr>
            <a:r>
              <a:rPr lang="tr-TR" b="1" dirty="0"/>
              <a:t>Radyo ve televizyon yayınlarında düzeltme ve cevap hakkı</a:t>
            </a:r>
            <a:endParaRPr lang="tr-TR" dirty="0"/>
          </a:p>
          <a:p>
            <a:pPr marL="0" indent="0">
              <a:buNone/>
            </a:pPr>
            <a:r>
              <a:rPr lang="tr-TR" b="1" dirty="0"/>
              <a:t> </a:t>
            </a:r>
            <a:endParaRPr lang="tr-TR" dirty="0"/>
          </a:p>
          <a:p>
            <a:pPr algn="just" fontAlgn="base"/>
            <a:r>
              <a:rPr lang="tr-TR" dirty="0"/>
              <a:t>Radyo ve Televizyonların Kuruluş ve Yayın Hizmetleri Hakkında Kanun’un “yayın hizmeti ilkeleri” başlıklı 8. Maddesinde, görsel ve işitsel yayın organlarının “kişi veya kuruluşların cevap ve düzeltme hakkına saygılı olmak zorunda” oldukları hüküm altına alınmıştır.</a:t>
            </a:r>
          </a:p>
          <a:p>
            <a:pPr marL="0" indent="0" algn="just" fontAlgn="base">
              <a:buNone/>
            </a:pPr>
            <a:r>
              <a:rPr lang="tr-TR" dirty="0"/>
              <a:t> </a:t>
            </a:r>
          </a:p>
          <a:p>
            <a:pPr algn="just" fontAlgn="base"/>
            <a:r>
              <a:rPr lang="tr-TR" dirty="0"/>
              <a:t>Yasanın Düzeltme ve Cevap Hakkı başlıklı 18. maddesinde bu hakkın kullanımının sınırları açık biçimde düzenlenmiştir.</a:t>
            </a:r>
          </a:p>
          <a:p>
            <a:pPr marL="0" indent="0">
              <a:buNone/>
            </a:pPr>
            <a:endParaRPr lang="tr-TR" dirty="0"/>
          </a:p>
        </p:txBody>
      </p:sp>
    </p:spTree>
    <p:extLst>
      <p:ext uri="{BB962C8B-B14F-4D97-AF65-F5344CB8AC3E}">
        <p14:creationId xmlns:p14="http://schemas.microsoft.com/office/powerpoint/2010/main" val="39653697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ctr">
              <a:buNone/>
            </a:pPr>
            <a:r>
              <a:rPr lang="tr-TR" sz="2400" b="1" dirty="0"/>
              <a:t>Aynı, süreli yayınlarda olduğu gibi, radyo ve televizyon yayınlarında da gerçek veya tüzel kişiler kendileri hakkında şeref ve haysiyetlerini ihlal edecek durumlarda ya da gerçeğe aykırı yayın yapılması halinde düzeltme ve cevap hakkından yararlanabilirler.</a:t>
            </a:r>
          </a:p>
          <a:p>
            <a:pPr marL="0" indent="0">
              <a:buNone/>
            </a:pPr>
            <a:endParaRPr lang="tr-TR" dirty="0"/>
          </a:p>
        </p:txBody>
      </p:sp>
    </p:spTree>
    <p:extLst>
      <p:ext uri="{BB962C8B-B14F-4D97-AF65-F5344CB8AC3E}">
        <p14:creationId xmlns:p14="http://schemas.microsoft.com/office/powerpoint/2010/main" val="240148040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914400"/>
            <a:ext cx="10515600" cy="5262563"/>
          </a:xfrm>
        </p:spPr>
        <p:txBody>
          <a:bodyPr>
            <a:normAutofit fontScale="92500"/>
          </a:bodyPr>
          <a:lstStyle/>
          <a:p>
            <a:pPr marL="0" indent="0" algn="just">
              <a:lnSpc>
                <a:spcPct val="150000"/>
              </a:lnSpc>
              <a:buNone/>
            </a:pPr>
            <a:r>
              <a:rPr lang="tr-TR" sz="2400" dirty="0"/>
              <a:t>Kişiler, yayın tarihinden itibaren </a:t>
            </a:r>
            <a:r>
              <a:rPr lang="tr-TR" sz="2400" b="1" dirty="0"/>
              <a:t>60 gün </a:t>
            </a:r>
            <a:r>
              <a:rPr lang="tr-TR" sz="2400" dirty="0"/>
              <a:t>içinde, ilgili medya hizmet sağlayıcısına, düzeltme ve cevap metnini göndermelidirler. Basın Kanunu’nda süre ay olarak belirlenmiş iken burada gün olarak belirtildiği için süre hesabı açısından bu hususa dikkat edilmesi önemlidir.</a:t>
            </a:r>
          </a:p>
          <a:p>
            <a:pPr marL="0" indent="0" algn="just">
              <a:lnSpc>
                <a:spcPct val="150000"/>
              </a:lnSpc>
              <a:buNone/>
            </a:pPr>
            <a:endParaRPr lang="tr-TR" sz="2400" dirty="0"/>
          </a:p>
          <a:p>
            <a:pPr marL="0" indent="0" algn="just">
              <a:lnSpc>
                <a:spcPct val="150000"/>
              </a:lnSpc>
              <a:buNone/>
            </a:pPr>
            <a:r>
              <a:rPr lang="tr-TR" sz="2400" dirty="0"/>
              <a:t>İlgili düzeltme ve cevap metnini alan medya hizmet sağlayıcı, hiçbir düzeltme ve ekleme yapmaksızın yazıyı aldığı tarihten itibaren en geç </a:t>
            </a:r>
            <a:r>
              <a:rPr lang="tr-TR" sz="2400" b="1" dirty="0"/>
              <a:t>yedi</a:t>
            </a:r>
            <a:r>
              <a:rPr lang="tr-TR" sz="2400" dirty="0"/>
              <a:t> </a:t>
            </a:r>
            <a:r>
              <a:rPr lang="tr-TR" sz="2400" b="1" dirty="0"/>
              <a:t>gün </a:t>
            </a:r>
            <a:r>
              <a:rPr lang="tr-TR" sz="2400" dirty="0"/>
              <a:t>içinde, cevap ve düzeltmeye konu yayının yapıldığı saatte ve programda, izleyiciler tarafından kolaylıkla takip edilebilecek ve açıkça anlaşılabilecek biçimde düzeltme ve cevabı yayınlar. </a:t>
            </a:r>
          </a:p>
        </p:txBody>
      </p:sp>
    </p:spTree>
    <p:extLst>
      <p:ext uri="{BB962C8B-B14F-4D97-AF65-F5344CB8AC3E}">
        <p14:creationId xmlns:p14="http://schemas.microsoft.com/office/powerpoint/2010/main" val="204550583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160256"/>
            <a:ext cx="10515600" cy="6016707"/>
          </a:xfrm>
        </p:spPr>
        <p:txBody>
          <a:bodyPr>
            <a:normAutofit fontScale="92500" lnSpcReduction="10000"/>
          </a:bodyPr>
          <a:lstStyle/>
          <a:p>
            <a:pPr marL="0" indent="0">
              <a:buNone/>
            </a:pPr>
            <a:r>
              <a:rPr lang="tr-TR" b="1" dirty="0"/>
              <a:t>İnternet yayınlarında düzeltme ve cevap hakkı</a:t>
            </a:r>
            <a:r>
              <a:rPr lang="tr-TR" b="1" u="sng" dirty="0"/>
              <a:t> </a:t>
            </a:r>
          </a:p>
          <a:p>
            <a:pPr marL="0" indent="0" algn="just">
              <a:lnSpc>
                <a:spcPct val="150000"/>
              </a:lnSpc>
              <a:buNone/>
            </a:pPr>
            <a:r>
              <a:rPr lang="tr-TR" sz="2400" dirty="0"/>
              <a:t>İnternet ortamında yer alan bir içerik nedeniyle kişilik hakları ihlal edilen kişi ilk olarak içerik sağlayıcısına başvurarak içeriğin yayından kaldırılmasını ve cevabın yayınlanmasını isteyebilir.</a:t>
            </a:r>
          </a:p>
          <a:p>
            <a:pPr marL="0" indent="0" algn="just">
              <a:lnSpc>
                <a:spcPct val="150000"/>
              </a:lnSpc>
              <a:buNone/>
            </a:pPr>
            <a:r>
              <a:rPr lang="tr-TR" sz="2400" dirty="0"/>
              <a:t>Eğer kişi içerik sağlayıcısına ulaşamazsa bahsettiğimiz talebi yer sağlayıcısına iletir.</a:t>
            </a:r>
          </a:p>
          <a:p>
            <a:pPr marL="0" indent="0" algn="just">
              <a:lnSpc>
                <a:spcPct val="150000"/>
              </a:lnSpc>
              <a:buNone/>
            </a:pPr>
            <a:r>
              <a:rPr lang="tr-TR" sz="2400" dirty="0"/>
              <a:t>Düzeltme ve cevap metninin internet ortamında bir hafta yayınlanması gerekir.</a:t>
            </a:r>
          </a:p>
          <a:p>
            <a:pPr marL="0" indent="0" algn="just">
              <a:lnSpc>
                <a:spcPct val="150000"/>
              </a:lnSpc>
              <a:buNone/>
            </a:pPr>
            <a:r>
              <a:rPr lang="tr-TR" sz="2400" dirty="0"/>
              <a:t>Ayrıca içeriğin yayından kaldırılması talebini alan yer veya içerik sağlayıcı bu talebi 2 gün içerisinde yerine getirmelidir.</a:t>
            </a:r>
          </a:p>
          <a:p>
            <a:pPr marL="0" indent="0" algn="just">
              <a:lnSpc>
                <a:spcPct val="150000"/>
              </a:lnSpc>
              <a:buNone/>
            </a:pPr>
            <a:r>
              <a:rPr lang="tr-TR" sz="2400" dirty="0"/>
              <a:t>Bu süre zarfında talep yerine getirilmediği takdirde talep reddedilmiş sayılır.</a:t>
            </a:r>
          </a:p>
          <a:p>
            <a:pPr marL="0" indent="0" algn="just">
              <a:lnSpc>
                <a:spcPct val="150000"/>
              </a:lnSpc>
              <a:buNone/>
            </a:pPr>
            <a:r>
              <a:rPr lang="tr-TR" sz="2400" dirty="0"/>
              <a:t>Talebi reddedilen kişi ise 15 gün içerisinde yerleşim yeri Sulh Ceza Hakimliğine başvurarak hazırladığı cevabın yayımlanması talep edebilir.</a:t>
            </a:r>
          </a:p>
        </p:txBody>
      </p:sp>
    </p:spTree>
    <p:extLst>
      <p:ext uri="{BB962C8B-B14F-4D97-AF65-F5344CB8AC3E}">
        <p14:creationId xmlns:p14="http://schemas.microsoft.com/office/powerpoint/2010/main" val="94861700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169682" y="84841"/>
            <a:ext cx="11142483" cy="6890994"/>
          </a:xfrm>
          <a:prstGeom prst="rect">
            <a:avLst/>
          </a:prstGeom>
        </p:spPr>
      </p:pic>
    </p:spTree>
    <p:extLst>
      <p:ext uri="{BB962C8B-B14F-4D97-AF65-F5344CB8AC3E}">
        <p14:creationId xmlns:p14="http://schemas.microsoft.com/office/powerpoint/2010/main" val="389563580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idx="1"/>
          </p:nvPr>
        </p:nvPicPr>
        <p:blipFill>
          <a:blip r:embed="rId2"/>
          <a:stretch>
            <a:fillRect/>
          </a:stretch>
        </p:blipFill>
        <p:spPr>
          <a:xfrm>
            <a:off x="245097" y="188536"/>
            <a:ext cx="11946903" cy="6669464"/>
          </a:xfrm>
          <a:prstGeom prst="rect">
            <a:avLst/>
          </a:prstGeom>
        </p:spPr>
      </p:pic>
    </p:spTree>
    <p:extLst>
      <p:ext uri="{BB962C8B-B14F-4D97-AF65-F5344CB8AC3E}">
        <p14:creationId xmlns:p14="http://schemas.microsoft.com/office/powerpoint/2010/main" val="333691387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pPr fontAlgn="base"/>
            <a:r>
              <a:rPr lang="tr-TR" b="1" dirty="0"/>
              <a:t>İnternette Kişilik Haklarına Saldırı Suçu</a:t>
            </a:r>
          </a:p>
        </p:txBody>
      </p:sp>
      <p:sp>
        <p:nvSpPr>
          <p:cNvPr id="3" name="İçerik Yer Tutucusu 2"/>
          <p:cNvSpPr>
            <a:spLocks noGrp="1"/>
          </p:cNvSpPr>
          <p:nvPr>
            <p:ph idx="1"/>
          </p:nvPr>
        </p:nvSpPr>
        <p:spPr/>
        <p:txBody>
          <a:bodyPr/>
          <a:lstStyle/>
          <a:p>
            <a:pPr algn="just" fontAlgn="base"/>
            <a:r>
              <a:rPr lang="tr-TR" dirty="0"/>
              <a:t>Geçmişte internet kullanımının günümüzdeki kadar yoğun olmaması nedeniyle bu alanda bir korunmaya ihtiyaç duyulmuyordu. Bu kadar hızla gelişen interneti kontrol etmek ve üzerinden yapılan saldırıları karşı koruma önlemleri almak biraz daha zaman alacak gibi görünüyor.</a:t>
            </a:r>
          </a:p>
          <a:p>
            <a:pPr algn="just" fontAlgn="base"/>
            <a:r>
              <a:rPr lang="tr-TR" dirty="0"/>
              <a:t>Bu konuda ifade ve basın özgürlüğüne gereken önem verilmelidir. Buradaki önemli husus, internet ortamında kişilik haklarına saldırı niteliği taşımamalıdır.</a:t>
            </a:r>
          </a:p>
          <a:p>
            <a:pPr algn="just" fontAlgn="base"/>
            <a:r>
              <a:rPr lang="tr-TR" dirty="0"/>
              <a:t>İnternet ortamında kişiler kimliklerini gizleyerek dolaşabilirler. Dolayısıyla kullanıcı, başkasının şeref ve haysiyetini zedeleyici açıklamaları kolaylıkla yapabilmektedir.</a:t>
            </a:r>
          </a:p>
          <a:p>
            <a:pPr marL="0" indent="0">
              <a:buNone/>
            </a:pPr>
            <a:endParaRPr lang="tr-TR" dirty="0"/>
          </a:p>
        </p:txBody>
      </p:sp>
    </p:spTree>
    <p:extLst>
      <p:ext uri="{BB962C8B-B14F-4D97-AF65-F5344CB8AC3E}">
        <p14:creationId xmlns:p14="http://schemas.microsoft.com/office/powerpoint/2010/main" val="277707968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15651" y="1363711"/>
            <a:ext cx="11190402" cy="4351338"/>
          </a:xfrm>
        </p:spPr>
        <p:txBody>
          <a:bodyPr/>
          <a:lstStyle/>
          <a:p>
            <a:pPr marL="0" indent="0" algn="just">
              <a:buNone/>
            </a:pPr>
            <a:r>
              <a:rPr lang="tr-TR" dirty="0"/>
              <a:t>İnternete bağlı bilgisayarın IP numarası bulunur. IP numaraları hangi bilgisayarla internete girildiğini tespit edebilir. Ancak internet </a:t>
            </a:r>
            <a:r>
              <a:rPr lang="tr-TR" dirty="0" err="1"/>
              <a:t>cafe</a:t>
            </a:r>
            <a:r>
              <a:rPr lang="tr-TR" dirty="0"/>
              <a:t> gibi toplu internet ortamlarında bu saldırıyı yapan kişileri tespit etmek biraz daha zorlaşabilir. Aynı şekilde bir e-posta (elektronik posta, e-mail, </a:t>
            </a:r>
            <a:r>
              <a:rPr lang="tr-TR" dirty="0" err="1"/>
              <a:t>hotmail</a:t>
            </a:r>
            <a:r>
              <a:rPr lang="tr-TR" dirty="0"/>
              <a:t>, </a:t>
            </a:r>
            <a:r>
              <a:rPr lang="tr-TR" dirty="0" err="1"/>
              <a:t>gmail</a:t>
            </a:r>
            <a:r>
              <a:rPr lang="tr-TR" dirty="0"/>
              <a:t>) ile alıcının kişilik haklarını ihlal etmesi çok kolay olmaktadır.</a:t>
            </a:r>
          </a:p>
        </p:txBody>
      </p:sp>
    </p:spTree>
    <p:extLst>
      <p:ext uri="{BB962C8B-B14F-4D97-AF65-F5344CB8AC3E}">
        <p14:creationId xmlns:p14="http://schemas.microsoft.com/office/powerpoint/2010/main" val="396586352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SOSYAL MEDYADA HAKARET SUÇU</a:t>
            </a:r>
            <a:endParaRPr lang="tr-TR" dirty="0"/>
          </a:p>
        </p:txBody>
      </p:sp>
      <p:sp>
        <p:nvSpPr>
          <p:cNvPr id="3" name="İçerik Yer Tutucusu 2"/>
          <p:cNvSpPr>
            <a:spLocks noGrp="1"/>
          </p:cNvSpPr>
          <p:nvPr>
            <p:ph idx="1"/>
          </p:nvPr>
        </p:nvSpPr>
        <p:spPr/>
        <p:txBody>
          <a:bodyPr/>
          <a:lstStyle/>
          <a:p>
            <a:pPr marL="0" indent="0" algn="just">
              <a:buNone/>
            </a:pPr>
            <a:r>
              <a:rPr lang="tr-TR" dirty="0"/>
              <a:t>Sosyal medya platformlarında en sık görülen sorunların başında hakaret suçu gelmektedir.</a:t>
            </a:r>
          </a:p>
          <a:p>
            <a:pPr marL="0" indent="0" algn="just">
              <a:buNone/>
            </a:pPr>
            <a:r>
              <a:rPr lang="tr-TR" dirty="0"/>
              <a:t> 5237 sayılı Türk Ceza Kanunu’nun sekizinci bölümü olan ‘’Şerefe Karşı Suçlar’’ bölümünde yer alan ve 125. maddede tanımlanan hakaret suçu</a:t>
            </a:r>
            <a:r>
              <a:rPr lang="tr-TR" i="1" dirty="0"/>
              <a:t>, “</a:t>
            </a:r>
            <a:r>
              <a:rPr lang="tr-TR" b="1" i="1" dirty="0"/>
              <a:t>Bir kimseye onur, şeref ve saygınlığını rencide edebilecek nitelikte somut bir fiil veya olgu isnat eden veya sövmek suretiyle bir kimsenin onur, şeref ve saygınlığına saldıran kişi, üç aydan iki yıla kadar hapis veya adlî para cezası ile cezalandırılır.”</a:t>
            </a:r>
            <a:r>
              <a:rPr lang="tr-TR" b="1" dirty="0"/>
              <a:t> </a:t>
            </a:r>
            <a:r>
              <a:rPr lang="tr-TR" dirty="0"/>
              <a:t>hükmüyle belirtilmiştir.</a:t>
            </a:r>
          </a:p>
        </p:txBody>
      </p:sp>
    </p:spTree>
    <p:extLst>
      <p:ext uri="{BB962C8B-B14F-4D97-AF65-F5344CB8AC3E}">
        <p14:creationId xmlns:p14="http://schemas.microsoft.com/office/powerpoint/2010/main" val="7111172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8200" y="327418"/>
            <a:ext cx="10515600" cy="1325563"/>
          </a:xfrm>
        </p:spPr>
        <p:txBody>
          <a:bodyPr>
            <a:normAutofit/>
          </a:bodyPr>
          <a:lstStyle/>
          <a:p>
            <a:r>
              <a:rPr lang="tr-TR" sz="3200" b="1" dirty="0">
                <a:latin typeface="+mn-lt"/>
              </a:rPr>
              <a:t>SOSYAL MEDYA ARACILIĞIYLA İŞLENEN HAKARET SUÇUNUN ŞİKAYET VE İSPAT </a:t>
            </a:r>
            <a:endParaRPr lang="tr-TR" sz="3200" dirty="0">
              <a:latin typeface="+mn-lt"/>
            </a:endParaRPr>
          </a:p>
        </p:txBody>
      </p:sp>
      <p:sp>
        <p:nvSpPr>
          <p:cNvPr id="3" name="İçerik Yer Tutucusu 2"/>
          <p:cNvSpPr>
            <a:spLocks noGrp="1"/>
          </p:cNvSpPr>
          <p:nvPr>
            <p:ph idx="1"/>
          </p:nvPr>
        </p:nvSpPr>
        <p:spPr/>
        <p:txBody>
          <a:bodyPr>
            <a:normAutofit/>
          </a:bodyPr>
          <a:lstStyle/>
          <a:p>
            <a:pPr marL="0" indent="0" algn="just">
              <a:buNone/>
            </a:pPr>
            <a:r>
              <a:rPr lang="tr-TR" dirty="0"/>
              <a:t>Hakaret suçları kanun koyucu tarafından şikâyete bağlı suçlar olarak düzenlenmiştir.</a:t>
            </a:r>
          </a:p>
          <a:p>
            <a:pPr marL="0" indent="0" algn="just">
              <a:buNone/>
            </a:pPr>
            <a:r>
              <a:rPr lang="tr-TR" dirty="0"/>
              <a:t>Hakarete maruz kalan kimsenin ilk olarak yapması gereken hakarete uğranılan sohbetin ya da sosyal medya sitesinde ise o kısmın hem tarih hem de suçu işleyenin kimlik bilgilerinin detaylarını gösterir şekilde ekran görüntüsü almak olmalıdır.</a:t>
            </a:r>
          </a:p>
          <a:p>
            <a:pPr marL="0" indent="0" algn="just">
              <a:buNone/>
            </a:pPr>
            <a:r>
              <a:rPr lang="tr-TR" dirty="0"/>
              <a:t>Bu delil yöntemi en hızlı ve en pratik yöntemlerden biridir. </a:t>
            </a:r>
          </a:p>
        </p:txBody>
      </p:sp>
    </p:spTree>
    <p:extLst>
      <p:ext uri="{BB962C8B-B14F-4D97-AF65-F5344CB8AC3E}">
        <p14:creationId xmlns:p14="http://schemas.microsoft.com/office/powerpoint/2010/main" val="205007439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pPr marL="0" indent="0" algn="just">
              <a:buNone/>
            </a:pPr>
            <a:r>
              <a:rPr lang="tr-TR" dirty="0"/>
              <a:t>Hakaret suçunu işleyenlerin gerçek kimliklerinin açıkça belirlenebilir olması halinde ilk olarak hakaret içerikli iletinin hangi IP adresinden gönderildiği ve daha sonra da bu IP adresinin kime ait olduğunun tespiti yapılır. </a:t>
            </a:r>
          </a:p>
          <a:p>
            <a:pPr marL="0" indent="0" algn="just">
              <a:buNone/>
            </a:pPr>
            <a:r>
              <a:rPr lang="tr-TR" dirty="0"/>
              <a:t>Mağdurun Cumhuriyet Başsavcılığı’na yazacağı dilekçe ile birlikte hakaret içeren ekran görüntülerini de ekleyerek şikâyette bulunması gerekmektedir.</a:t>
            </a:r>
          </a:p>
        </p:txBody>
      </p:sp>
    </p:spTree>
    <p:extLst>
      <p:ext uri="{BB962C8B-B14F-4D97-AF65-F5344CB8AC3E}">
        <p14:creationId xmlns:p14="http://schemas.microsoft.com/office/powerpoint/2010/main" val="283560778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81640" y="2381806"/>
            <a:ext cx="10515600" cy="4351338"/>
          </a:xfrm>
        </p:spPr>
        <p:txBody>
          <a:bodyPr/>
          <a:lstStyle/>
          <a:p>
            <a:pPr marL="0" indent="0" algn="just">
              <a:buNone/>
            </a:pPr>
            <a:r>
              <a:rPr lang="tr-TR" dirty="0"/>
              <a:t>Hakaret eylemi için soruşturma veya kovuşturma yapılabilmesi için suçun mağdurunun en geç 6 ay içinde şikâyette bulunması gerekmektedir. Hakaret suçunda zaman aşımı 6 aydır.</a:t>
            </a:r>
          </a:p>
        </p:txBody>
      </p:sp>
    </p:spTree>
    <p:extLst>
      <p:ext uri="{BB962C8B-B14F-4D97-AF65-F5344CB8AC3E}">
        <p14:creationId xmlns:p14="http://schemas.microsoft.com/office/powerpoint/2010/main" val="1359078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43932" y="845236"/>
            <a:ext cx="10515600" cy="5225625"/>
          </a:xfrm>
        </p:spPr>
        <p:txBody>
          <a:bodyPr>
            <a:normAutofit/>
          </a:bodyPr>
          <a:lstStyle/>
          <a:p>
            <a:pPr marL="0" indent="0" algn="just">
              <a:buNone/>
            </a:pPr>
            <a:r>
              <a:rPr lang="tr-TR" dirty="0"/>
              <a:t>Sosyal medyada hakaret suçunun kimliği tespit edilemeyen kimseler tarafından işlenmesi meselesine gelince failin tespiti oldukça zordur. </a:t>
            </a:r>
          </a:p>
          <a:p>
            <a:pPr marL="0" indent="0" algn="just">
              <a:buNone/>
            </a:pPr>
            <a:r>
              <a:rPr lang="tr-TR" dirty="0"/>
              <a:t>Çünkü sosyal medya uygulamaları olan </a:t>
            </a:r>
            <a:r>
              <a:rPr lang="tr-TR" dirty="0" err="1"/>
              <a:t>Instagram</a:t>
            </a:r>
            <a:r>
              <a:rPr lang="tr-TR" dirty="0"/>
              <a:t>, Facebook, </a:t>
            </a:r>
            <a:r>
              <a:rPr lang="tr-TR" dirty="0" err="1"/>
              <a:t>Twitter</a:t>
            </a:r>
            <a:r>
              <a:rPr lang="tr-TR" dirty="0"/>
              <a:t> gibi platformların merkezleri ve </a:t>
            </a:r>
            <a:r>
              <a:rPr lang="tr-TR" dirty="0" err="1"/>
              <a:t>server’ları</a:t>
            </a:r>
            <a:r>
              <a:rPr lang="tr-TR" dirty="0"/>
              <a:t> ABD ‘de bulunduğundan kimliği gizlenerek açılan hesaplara ilişkin bilgilerin temin edilebilmesi uluslararası yazışmalarla mümkün olabilmektedir. </a:t>
            </a:r>
          </a:p>
          <a:p>
            <a:pPr marL="0" indent="0" algn="just">
              <a:buNone/>
            </a:pPr>
            <a:r>
              <a:rPr lang="tr-TR" dirty="0"/>
              <a:t>Amerika Birleşik Devletleri hukuk sistemine bakıldığında ise önemli suç ve hafif suç ayrımı (</a:t>
            </a:r>
            <a:r>
              <a:rPr lang="tr-TR" dirty="0" err="1"/>
              <a:t>low</a:t>
            </a:r>
            <a:r>
              <a:rPr lang="tr-TR" dirty="0"/>
              <a:t> </a:t>
            </a:r>
            <a:r>
              <a:rPr lang="tr-TR" dirty="0" err="1"/>
              <a:t>priority</a:t>
            </a:r>
            <a:r>
              <a:rPr lang="tr-TR" dirty="0"/>
              <a:t> prime) şeklinde bir ayrıma tabi olup hakaret suçu da “hafif suç” kapsamında yer aldığından uluslararası yazışmalara rağmen Amerika Birleşik Devletleri hakaret suçları için hesap sahibinin kimlik bilgilerini paylaşmamaktadır. </a:t>
            </a:r>
          </a:p>
        </p:txBody>
      </p:sp>
    </p:spTree>
    <p:extLst>
      <p:ext uri="{BB962C8B-B14F-4D97-AF65-F5344CB8AC3E}">
        <p14:creationId xmlns:p14="http://schemas.microsoft.com/office/powerpoint/2010/main" val="38144132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8200" y="952107"/>
            <a:ext cx="10515600" cy="5224856"/>
          </a:xfrm>
        </p:spPr>
        <p:txBody>
          <a:bodyPr>
            <a:normAutofit/>
          </a:bodyPr>
          <a:lstStyle/>
          <a:p>
            <a:pPr algn="just"/>
            <a:r>
              <a:rPr lang="tr-TR" dirty="0"/>
              <a:t>Sosyal medya hesabına hakaret içeren iletinin gerçekleştirildiği sırada hangi IP numarasından girildiğinin tespit edilmesi ve buradan kullanılan cihaza ve sonrasında cihazın sahibine ulaşılması gerekir. </a:t>
            </a:r>
          </a:p>
          <a:p>
            <a:pPr algn="just"/>
            <a:r>
              <a:rPr lang="tr-TR" dirty="0"/>
              <a:t>Bu IP’nin kime ait olduğunun internet servis sağlayıcı veya </a:t>
            </a:r>
            <a:r>
              <a:rPr lang="tr-TR" dirty="0" err="1"/>
              <a:t>BTK’dan</a:t>
            </a:r>
            <a:r>
              <a:rPr lang="tr-TR" dirty="0"/>
              <a:t> sorularak öğrenilmesi gereklidir.</a:t>
            </a:r>
          </a:p>
          <a:p>
            <a:pPr algn="just"/>
            <a:r>
              <a:rPr lang="tr-TR" dirty="0"/>
              <a:t>Bu tespit işlemleri Cumhuriyet savcıları veya mahkeme kararıyla yapılabilir. </a:t>
            </a:r>
          </a:p>
          <a:p>
            <a:pPr algn="just"/>
            <a:r>
              <a:rPr lang="tr-TR" dirty="0"/>
              <a:t>IP adresinin sahibi söz konusu sosyal medya hesabını kendisi kullanmış olabileceği gibi aile yakını veya arkadaşı gibi başka bir kimseye kullandırmış da olabilecektir. Ya da hesaba girilmesi veya kişi adına sahte hesap açılarak suçun işlenmiş olması da mümkündür. Bu kişilerin ifadelerinin alınmasıyla bu konu netlik kazanabilecektir.</a:t>
            </a:r>
          </a:p>
          <a:p>
            <a:pPr marL="0" indent="0">
              <a:buNone/>
            </a:pPr>
            <a:endParaRPr lang="tr-TR" dirty="0"/>
          </a:p>
        </p:txBody>
      </p:sp>
    </p:spTree>
    <p:extLst>
      <p:ext uri="{BB962C8B-B14F-4D97-AF65-F5344CB8AC3E}">
        <p14:creationId xmlns:p14="http://schemas.microsoft.com/office/powerpoint/2010/main" val="37208371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791067" y="1618890"/>
            <a:ext cx="10515600" cy="2462916"/>
          </a:xfrm>
        </p:spPr>
        <p:txBody>
          <a:bodyPr>
            <a:normAutofit fontScale="90000"/>
          </a:bodyPr>
          <a:lstStyle/>
          <a:p>
            <a:pPr algn="just"/>
            <a:r>
              <a:rPr lang="tr-TR" b="1" dirty="0"/>
              <a:t>Sosyal Medya Üzerinden Hakaret Suçunun Cezası</a:t>
            </a:r>
            <a:br>
              <a:rPr lang="tr-TR" dirty="0"/>
            </a:br>
            <a:br>
              <a:rPr lang="tr-TR" dirty="0"/>
            </a:br>
            <a:r>
              <a:rPr lang="tr-TR" sz="3100" dirty="0"/>
              <a:t>Sosyal medya üzerinden işlenen hakaret suçu TCK Md.125/2’de düzenlenmiş olup, suçun temel şekline ilişkin cezaya tabidir ve cezası da üç aydan iki yıla kadar hapis veya adlî para cezasıdır.</a:t>
            </a:r>
          </a:p>
        </p:txBody>
      </p:sp>
    </p:spTree>
    <p:extLst>
      <p:ext uri="{BB962C8B-B14F-4D97-AF65-F5344CB8AC3E}">
        <p14:creationId xmlns:p14="http://schemas.microsoft.com/office/powerpoint/2010/main" val="86820088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Hakaret Suçlarında Uzlaştırma</a:t>
            </a:r>
            <a:endParaRPr lang="tr-TR" dirty="0"/>
          </a:p>
        </p:txBody>
      </p:sp>
      <p:sp>
        <p:nvSpPr>
          <p:cNvPr id="3" name="İçerik Yer Tutucusu 2"/>
          <p:cNvSpPr>
            <a:spLocks noGrp="1"/>
          </p:cNvSpPr>
          <p:nvPr>
            <p:ph idx="1"/>
          </p:nvPr>
        </p:nvSpPr>
        <p:spPr/>
        <p:txBody>
          <a:bodyPr>
            <a:normAutofit/>
          </a:bodyPr>
          <a:lstStyle/>
          <a:p>
            <a:pPr marL="0" indent="0" algn="just">
              <a:buNone/>
            </a:pPr>
            <a:r>
              <a:rPr lang="tr-TR" dirty="0"/>
              <a:t>Hakaret suçları, uzlaştırmaya tabidir. Uzlaştırma teklifinde bulunulması ve buna göre soruşturma işlemlerinin sürdürülmesi gerekmektedir.</a:t>
            </a:r>
          </a:p>
          <a:p>
            <a:pPr marL="0" indent="0" algn="just">
              <a:buNone/>
            </a:pPr>
            <a:r>
              <a:rPr lang="tr-TR" dirty="0"/>
              <a:t>Uzlaştırma, ceza yargılaması bakımından bir koşuldur ve kişiye uzlaştırma teklifi yapılmadan ve usulüne göre uzlaştırma işlemleri yerine getirilmeden soruşturma yapılması mümkün değildir. </a:t>
            </a:r>
          </a:p>
          <a:p>
            <a:pPr marL="0" indent="0" algn="just">
              <a:buNone/>
            </a:pPr>
            <a:endParaRPr lang="tr-TR" dirty="0"/>
          </a:p>
        </p:txBody>
      </p:sp>
    </p:spTree>
    <p:extLst>
      <p:ext uri="{BB962C8B-B14F-4D97-AF65-F5344CB8AC3E}">
        <p14:creationId xmlns:p14="http://schemas.microsoft.com/office/powerpoint/2010/main" val="280100114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Sosyal Medya Hakaret Tazminat Davası</a:t>
            </a:r>
            <a:endParaRPr lang="tr-TR" dirty="0"/>
          </a:p>
        </p:txBody>
      </p:sp>
      <p:sp>
        <p:nvSpPr>
          <p:cNvPr id="3" name="İçerik Yer Tutucusu 2"/>
          <p:cNvSpPr>
            <a:spLocks noGrp="1"/>
          </p:cNvSpPr>
          <p:nvPr>
            <p:ph idx="1"/>
          </p:nvPr>
        </p:nvSpPr>
        <p:spPr/>
        <p:txBody>
          <a:bodyPr/>
          <a:lstStyle/>
          <a:p>
            <a:pPr marL="0" indent="0" algn="just">
              <a:buNone/>
            </a:pPr>
            <a:r>
              <a:rPr lang="tr-TR" dirty="0"/>
              <a:t>Hakaret içerikli bir saldırıya uğrayan mağdur kişinin ceza davası yoluyla failin cezalandırılmasını sağlama hakkı bulunması yanında hukuk davası açmak suretiyle tazminat talep etme hakkı da bulunmaktadır. </a:t>
            </a:r>
          </a:p>
          <a:p>
            <a:pPr marL="0" indent="0" algn="just">
              <a:buNone/>
            </a:pPr>
            <a:r>
              <a:rPr lang="tr-TR" dirty="0"/>
              <a:t>Bu nedenle hakarete maruz kalan kimse ceza davasından bağımsız olarak kişilik haklarına saldırı sebebiyle tazminat davası da açabilir. </a:t>
            </a:r>
          </a:p>
          <a:p>
            <a:pPr marL="0" indent="0" algn="just">
              <a:buNone/>
            </a:pPr>
            <a:r>
              <a:rPr lang="tr-TR" dirty="0"/>
              <a:t>Özellikle ceza davasının sonuçlanması halinde bu dava dosyası tazminat davası bakımından bir delil niteliği taşıyacaktır.</a:t>
            </a:r>
          </a:p>
        </p:txBody>
      </p:sp>
    </p:spTree>
    <p:extLst>
      <p:ext uri="{BB962C8B-B14F-4D97-AF65-F5344CB8AC3E}">
        <p14:creationId xmlns:p14="http://schemas.microsoft.com/office/powerpoint/2010/main" val="4117310587"/>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8458</Words>
  <Application>Microsoft Office PowerPoint</Application>
  <PresentationFormat>Geniş ekran</PresentationFormat>
  <Paragraphs>673</Paragraphs>
  <Slides>153</Slides>
  <Notes>0</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153</vt:i4>
      </vt:variant>
    </vt:vector>
  </HeadingPairs>
  <TitlesOfParts>
    <vt:vector size="164" baseType="lpstr">
      <vt:lpstr>Arial</vt:lpstr>
      <vt:lpstr>Calibri</vt:lpstr>
      <vt:lpstr>Calibri Light</vt:lpstr>
      <vt:lpstr>Calibri,Bold</vt:lpstr>
      <vt:lpstr>Calibri,Italic</vt:lpstr>
      <vt:lpstr>Calibri-Bold</vt:lpstr>
      <vt:lpstr>Calibri-Italic</vt:lpstr>
      <vt:lpstr>Google Sans</vt:lpstr>
      <vt:lpstr>Times New Roman</vt:lpstr>
      <vt:lpstr>Wingdings</vt:lpstr>
      <vt:lpstr>Office Teması</vt:lpstr>
      <vt:lpstr>İletişim Hukuku</vt:lpstr>
      <vt:lpstr>PowerPoint Sunusu</vt:lpstr>
      <vt:lpstr>PowerPoint Sunusu</vt:lpstr>
      <vt:lpstr>PowerPoint Sunusu</vt:lpstr>
      <vt:lpstr>TOPLUM HAYATINI DÜZENLEYEN  KURALLAR VE HUKUK</vt:lpstr>
      <vt:lpstr>PowerPoint Sunusu</vt:lpstr>
      <vt:lpstr>Hukuk Kurallarının Yaptırımları</vt:lpstr>
      <vt:lpstr>Hukukun Amaçları</vt:lpstr>
      <vt:lpstr>Hukuk Kurallarının Kaynakları</vt:lpstr>
      <vt:lpstr>Normlar Hiyerarşisi</vt:lpstr>
      <vt:lpstr>PowerPoint Sunusu</vt:lpstr>
      <vt:lpstr>HUKUK SİSTEMİ (DALLARI)</vt:lpstr>
      <vt:lpstr>PowerPoint Sunusu</vt:lpstr>
      <vt:lpstr>Anayasa Hukuku</vt:lpstr>
      <vt:lpstr>İdare Hukuku</vt:lpstr>
      <vt:lpstr>Ceza Hukuku</vt:lpstr>
      <vt:lpstr>  Vergi Hukuku</vt:lpstr>
      <vt:lpstr>Devletler Genel Hukuku</vt:lpstr>
      <vt:lpstr>İcra ve İflas Hukuku</vt:lpstr>
      <vt:lpstr>Özel Hukuk </vt:lpstr>
      <vt:lpstr>Medeni Hukuk</vt:lpstr>
      <vt:lpstr>Medeni Hukukta Geçerli Olan İlkeler</vt:lpstr>
      <vt:lpstr>Devletler Özel Hukuku</vt:lpstr>
      <vt:lpstr>Ticaret Hukuku </vt:lpstr>
      <vt:lpstr>Borçlar Hukuku</vt:lpstr>
      <vt:lpstr>Hak Kavramı</vt:lpstr>
      <vt:lpstr>Hakları Doğuran Olgular</vt:lpstr>
      <vt:lpstr>1.Hukuki Olay</vt:lpstr>
      <vt:lpstr>2.Hukuki Fiil</vt:lpstr>
      <vt:lpstr>PowerPoint Sunusu</vt:lpstr>
      <vt:lpstr>HUKUKA AYKIRI FİİLLER</vt:lpstr>
      <vt:lpstr>HUKUKA UYGUN FİİLLER</vt:lpstr>
      <vt:lpstr>3. Hukuki İşlem</vt:lpstr>
      <vt:lpstr>Kişilik</vt:lpstr>
      <vt:lpstr>PowerPoint Sunusu</vt:lpstr>
      <vt:lpstr>PowerPoint Sunusu</vt:lpstr>
      <vt:lpstr>PowerPoint Sunusu</vt:lpstr>
      <vt:lpstr>İLETİŞİM HUKUKU</vt:lpstr>
      <vt:lpstr>İLETİŞİM HUKUKUNUN TEMEL KAVRAMLARI VE KAYNAKLAR</vt:lpstr>
      <vt:lpstr>İLETİŞİM KAVRAMI</vt:lpstr>
      <vt:lpstr>PowerPoint Sunusu</vt:lpstr>
      <vt:lpstr>PowerPoint Sunusu</vt:lpstr>
      <vt:lpstr>PowerPoint Sunusu</vt:lpstr>
      <vt:lpstr>PowerPoint Sunusu</vt:lpstr>
      <vt:lpstr>KİTLE İLETİŞİM KAVRAMI</vt:lpstr>
      <vt:lpstr>PowerPoint Sunusu</vt:lpstr>
      <vt:lpstr>PowerPoint Sunusu</vt:lpstr>
      <vt:lpstr>Ülkemizdeki medya hukuku düzenlemelerinin temelini nereden almaktadır?</vt:lpstr>
      <vt:lpstr>PowerPoint Sunusu</vt:lpstr>
      <vt:lpstr>PowerPoint Sunusu</vt:lpstr>
      <vt:lpstr>Peki ifade özgürlüğünü sınırlayan haller nelerdir?   </vt:lpstr>
      <vt:lpstr>PowerPoint Sunusu</vt:lpstr>
      <vt:lpstr>PowerPoint Sunusu</vt:lpstr>
      <vt:lpstr>ÜNİTE 2 KİTLE İLETİŞİM ÖZGÜRLÜĞÜNÜN GENEL TEORİSİ</vt:lpstr>
      <vt:lpstr>Kitle İletişim Özgürlüğü Kavramı</vt:lpstr>
      <vt:lpstr>PowerPoint Sunusu</vt:lpstr>
      <vt:lpstr>ÖZGÜRLÜKLER SINIRSIZ MIDIR?</vt:lpstr>
      <vt:lpstr>PowerPoint Sunusu</vt:lpstr>
      <vt:lpstr>Temel hak ve özgürlükler ile otorite arasında  paradoksal bir ilişki vardır.</vt:lpstr>
      <vt:lpstr>PowerPoint Sunusu</vt:lpstr>
      <vt:lpstr>PowerPoint Sunusu</vt:lpstr>
      <vt:lpstr>Düşünce ve İfade Özgürlüğü Bağlamında Kitle İletişim Özgürlüğü</vt:lpstr>
      <vt:lpstr>ULUSAL VE ULUSLARARASI HUKUKTA DÜZENLEMELER</vt:lpstr>
      <vt:lpstr>PowerPoint Sunusu</vt:lpstr>
      <vt:lpstr>Ancak…</vt:lpstr>
      <vt:lpstr>PowerPoint Sunusu</vt:lpstr>
      <vt:lpstr>Anayasa’mızda basın özgürlüğüne ve basın özgürlüğünün sınırlandırılmasına yönelik düzenlemeler “basın hürriyeti” başlığı altında 28. maddede düzenlenmektedir.</vt:lpstr>
      <vt:lpstr>KİTLE İLETİŞİM ÖZGÜRLÜĞÜNÜN UNSURLARI</vt:lpstr>
      <vt:lpstr>KİTLE İLETİŞİM ÖZGÜRLÜĞÜNÜN KAPSAMI</vt:lpstr>
      <vt:lpstr>PowerPoint Sunusu</vt:lpstr>
      <vt:lpstr>BASIN HUKUKUNUN TEMELLERİ</vt:lpstr>
      <vt:lpstr>PowerPoint Sunusu</vt:lpstr>
      <vt:lpstr>PowerPoint Sunusu</vt:lpstr>
      <vt:lpstr>İLKELİ VE SORUMLU YAYINCILIK KAVRAMI</vt:lpstr>
      <vt:lpstr>PowerPoint Sunusu</vt:lpstr>
      <vt:lpstr>PowerPoint Sunusu</vt:lpstr>
      <vt:lpstr>PowerPoint Sunusu</vt:lpstr>
      <vt:lpstr>BASIN YAYIN FAALİYETLERİNDE YASAL DÜZENLEMELER</vt:lpstr>
      <vt:lpstr>PowerPoint Sunusu</vt:lpstr>
      <vt:lpstr>PowerPoint Sunusu</vt:lpstr>
      <vt:lpstr>PowerPoint Sunusu</vt:lpstr>
      <vt:lpstr>PowerPoint Sunusu</vt:lpstr>
      <vt:lpstr>PowerPoint Sunusu</vt:lpstr>
      <vt:lpstr>RADYO ve TELEVİZYON YAYINCILIĞINDA YASAL DÜZENLEMELER </vt:lpstr>
      <vt:lpstr>PowerPoint Sunusu</vt:lpstr>
      <vt:lpstr>PowerPoint Sunusu</vt:lpstr>
      <vt:lpstr>İNTERNET YAYINCILIĞINDA YASAL DÜZENLEMELER  </vt:lpstr>
      <vt:lpstr>PowerPoint Sunusu</vt:lpstr>
      <vt:lpstr>PowerPoint Sunusu</vt:lpstr>
      <vt:lpstr>PowerPoint Sunusu</vt:lpstr>
      <vt:lpstr>PowerPoint Sunusu</vt:lpstr>
      <vt:lpstr>PowerPoint Sunusu</vt:lpstr>
      <vt:lpstr>PowerPoint Sunusu</vt:lpstr>
      <vt:lpstr>PowerPoint Sunusu</vt:lpstr>
      <vt:lpstr>PowerPoint Sunusu</vt:lpstr>
      <vt:lpstr>MEDYADA CEZAİ SORUMLULUK VE SUÇ TİPLERİ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Kişilik Hakkının Konusu Olan Değerler Nelerdir?</vt:lpstr>
      <vt:lpstr>PowerPoint Sunusu</vt:lpstr>
      <vt:lpstr>PowerPoint Sunusu</vt:lpstr>
      <vt:lpstr>PowerPoint Sunusu</vt:lpstr>
      <vt:lpstr>PowerPoint Sunusu</vt:lpstr>
      <vt:lpstr>PowerPoint Sunusu</vt:lpstr>
      <vt:lpstr>Sosyal Medya Paylaşımlarının Kişilik Haklarını İhlal Etmesi Halinde Yapılabilecekler </vt:lpstr>
      <vt:lpstr>PowerPoint Sunusu</vt:lpstr>
      <vt:lpstr>PowerPoint Sunusu</vt:lpstr>
      <vt:lpstr>PowerPoint Sunusu</vt:lpstr>
      <vt:lpstr>PowerPoint Sunusu</vt:lpstr>
      <vt:lpstr>Unutulma Hakkı Nedir?</vt:lpstr>
      <vt:lpstr>PowerPoint Sunusu</vt:lpstr>
      <vt:lpstr>PowerPoint Sunusu</vt:lpstr>
      <vt:lpstr>PowerPoint Sunusu</vt:lpstr>
      <vt:lpstr>PowerPoint Sunusu</vt:lpstr>
      <vt:lpstr>Unutulma Hakkının Kullanılma Şartları</vt:lpstr>
      <vt:lpstr>PowerPoint Sunusu</vt:lpstr>
      <vt:lpstr>PowerPoint Sunusu</vt:lpstr>
      <vt:lpstr>PowerPoint Sunusu</vt:lpstr>
      <vt:lpstr>PowerPoint Sunusu</vt:lpstr>
      <vt:lpstr>Unutulma Hakkının Kullanılabilmesi İçin Geçmesi Gereken Süre Nedir?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İnternette Kişilik Haklarına Saldırı Suçu</vt:lpstr>
      <vt:lpstr>PowerPoint Sunusu</vt:lpstr>
      <vt:lpstr>SOSYAL MEDYADA HAKARET SUÇU</vt:lpstr>
      <vt:lpstr>SOSYAL MEDYA ARACILIĞIYLA İŞLENEN HAKARET SUÇUNUN ŞİKAYET VE İSPAT </vt:lpstr>
      <vt:lpstr>PowerPoint Sunusu</vt:lpstr>
      <vt:lpstr>PowerPoint Sunusu</vt:lpstr>
      <vt:lpstr>PowerPoint Sunusu</vt:lpstr>
      <vt:lpstr>PowerPoint Sunusu</vt:lpstr>
      <vt:lpstr>Sosyal Medya Üzerinden Hakaret Suçunun Cezası  Sosyal medya üzerinden işlenen hakaret suçu TCK Md.125/2’de düzenlenmiş olup, suçun temel şekline ilişkin cezaya tabidir ve cezası da üç aydan iki yıla kadar hapis veya adlî para cezasıdır.</vt:lpstr>
      <vt:lpstr>Hakaret Suçlarında Uzlaştırma</vt:lpstr>
      <vt:lpstr>Sosyal Medya Hakaret Tazminat Davası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İletişim Hukuku</dc:title>
  <dc:creator>TOPKAPI</dc:creator>
  <cp:lastModifiedBy>TOPKAPI</cp:lastModifiedBy>
  <cp:revision>1</cp:revision>
  <dcterms:created xsi:type="dcterms:W3CDTF">2026-10-27T19:02:02Z</dcterms:created>
  <dcterms:modified xsi:type="dcterms:W3CDTF">2026-10-27T19:05:17Z</dcterms:modified>
</cp:coreProperties>
</file>